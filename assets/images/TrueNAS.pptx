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8" r:id="rId4"/>
    <p:sldMasterId id="2147483729" r:id="rId5"/>
    <p:sldMasterId id="2147483730" r:id="rId6"/>
    <p:sldMasterId id="2147483731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</p:sldIdLst>
  <p:sldSz cy="5143500" cx="9144000"/>
  <p:notesSz cx="6858000" cy="9144000"/>
  <p:embeddedFontLst>
    <p:embeddedFont>
      <p:font typeface="Montserrat"/>
      <p:regular r:id="rId57"/>
      <p:bold r:id="rId58"/>
      <p:italic r:id="rId59"/>
      <p:boldItalic r:id="rId60"/>
    </p:embeddedFont>
    <p:embeddedFont>
      <p:font typeface="Montserrat Black"/>
      <p:bold r:id="rId61"/>
      <p:boldItalic r:id="rId62"/>
    </p:embeddedFont>
    <p:embeddedFont>
      <p:font typeface="Jost"/>
      <p:regular r:id="rId63"/>
      <p:bold r:id="rId64"/>
      <p:italic r:id="rId65"/>
      <p:boldItalic r:id="rId66"/>
    </p:embeddedFont>
    <p:embeddedFont>
      <p:font typeface="Montserrat Medium"/>
      <p:regular r:id="rId67"/>
      <p:bold r:id="rId68"/>
      <p:italic r:id="rId69"/>
      <p:boldItalic r:id="rId70"/>
    </p:embeddedFont>
    <p:embeddedFont>
      <p:font typeface="Tajawal"/>
      <p:regular r:id="rId71"/>
      <p:bold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72" Type="http://schemas.openxmlformats.org/officeDocument/2006/relationships/font" Target="fonts/Tajawal-bold.fntdata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71" Type="http://schemas.openxmlformats.org/officeDocument/2006/relationships/font" Target="fonts/Tajawal-regular.fntdata"/><Relationship Id="rId70" Type="http://schemas.openxmlformats.org/officeDocument/2006/relationships/font" Target="fonts/MontserratMedium-boldItalic.fntdata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62" Type="http://schemas.openxmlformats.org/officeDocument/2006/relationships/font" Target="fonts/MontserratBlack-boldItalic.fntdata"/><Relationship Id="rId61" Type="http://schemas.openxmlformats.org/officeDocument/2006/relationships/font" Target="fonts/MontserratBlack-bold.fntdata"/><Relationship Id="rId20" Type="http://schemas.openxmlformats.org/officeDocument/2006/relationships/slide" Target="slides/slide12.xml"/><Relationship Id="rId64" Type="http://schemas.openxmlformats.org/officeDocument/2006/relationships/font" Target="fonts/Jost-bold.fntdata"/><Relationship Id="rId63" Type="http://schemas.openxmlformats.org/officeDocument/2006/relationships/font" Target="fonts/Jost-regular.fntdata"/><Relationship Id="rId22" Type="http://schemas.openxmlformats.org/officeDocument/2006/relationships/slide" Target="slides/slide14.xml"/><Relationship Id="rId66" Type="http://schemas.openxmlformats.org/officeDocument/2006/relationships/font" Target="fonts/Jost-boldItalic.fntdata"/><Relationship Id="rId21" Type="http://schemas.openxmlformats.org/officeDocument/2006/relationships/slide" Target="slides/slide13.xml"/><Relationship Id="rId65" Type="http://schemas.openxmlformats.org/officeDocument/2006/relationships/font" Target="fonts/Jost-italic.fntdata"/><Relationship Id="rId24" Type="http://schemas.openxmlformats.org/officeDocument/2006/relationships/slide" Target="slides/slide16.xml"/><Relationship Id="rId68" Type="http://schemas.openxmlformats.org/officeDocument/2006/relationships/font" Target="fonts/MontserratMedium-bold.fntdata"/><Relationship Id="rId23" Type="http://schemas.openxmlformats.org/officeDocument/2006/relationships/slide" Target="slides/slide15.xml"/><Relationship Id="rId67" Type="http://schemas.openxmlformats.org/officeDocument/2006/relationships/font" Target="fonts/MontserratMedium-regular.fntdata"/><Relationship Id="rId60" Type="http://schemas.openxmlformats.org/officeDocument/2006/relationships/font" Target="fonts/Montserrat-boldItalic.fntdata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69" Type="http://schemas.openxmlformats.org/officeDocument/2006/relationships/font" Target="fonts/MontserratMedium-italic.fntdata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11" Type="http://schemas.openxmlformats.org/officeDocument/2006/relationships/slide" Target="slides/slide3.xml"/><Relationship Id="rId55" Type="http://schemas.openxmlformats.org/officeDocument/2006/relationships/slide" Target="slides/slide47.xml"/><Relationship Id="rId10" Type="http://schemas.openxmlformats.org/officeDocument/2006/relationships/slide" Target="slides/slide2.xml"/><Relationship Id="rId54" Type="http://schemas.openxmlformats.org/officeDocument/2006/relationships/slide" Target="slides/slide46.xml"/><Relationship Id="rId13" Type="http://schemas.openxmlformats.org/officeDocument/2006/relationships/slide" Target="slides/slide5.xml"/><Relationship Id="rId57" Type="http://schemas.openxmlformats.org/officeDocument/2006/relationships/font" Target="fonts/Montserrat-regular.fntdata"/><Relationship Id="rId12" Type="http://schemas.openxmlformats.org/officeDocument/2006/relationships/slide" Target="slides/slide4.xml"/><Relationship Id="rId56" Type="http://schemas.openxmlformats.org/officeDocument/2006/relationships/slide" Target="slides/slide48.xml"/><Relationship Id="rId15" Type="http://schemas.openxmlformats.org/officeDocument/2006/relationships/slide" Target="slides/slide7.xml"/><Relationship Id="rId59" Type="http://schemas.openxmlformats.org/officeDocument/2006/relationships/font" Target="fonts/Montserrat-italic.fntdata"/><Relationship Id="rId14" Type="http://schemas.openxmlformats.org/officeDocument/2006/relationships/slide" Target="slides/slide6.xml"/><Relationship Id="rId58" Type="http://schemas.openxmlformats.org/officeDocument/2006/relationships/font" Target="fonts/Montserrat-bold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4" name="Shape 2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" name="Google Shape;2775;g22b54eceb39_0_29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6" name="Google Shape;2776;g22b54eceb39_0_29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0" name="Shape 2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1" name="Google Shape;2821;g1e1f3a4633b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2" name="Google Shape;2822;g1e1f3a4633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6" name="Shape 2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7" name="Google Shape;2827;g22b54eceb39_0_2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8" name="Google Shape;2828;g22b54eceb39_0_2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9" name="Shape 2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0" name="Google Shape;2880;g22b54eceb39_0_4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1" name="Google Shape;2881;g22b54eceb39_0_4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3" name="Shape 2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4" name="Google Shape;2924;g22b54eceb39_0_6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5" name="Google Shape;2925;g22b54eceb39_0_6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3" name="Shape 2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4" name="Google Shape;2954;g1e1f3a4633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5" name="Google Shape;2955;g1e1f3a4633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7" name="Shape 2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8" name="Google Shape;2998;g1e1f3a4633b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9" name="Google Shape;2999;g1e1f3a4633b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3" name="Shape 3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4" name="Google Shape;3004;g31b4ca5349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5" name="Google Shape;3005;g31b4ca5349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0" name="Shape 3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1" name="Google Shape;3011;g31b4ca53490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2" name="Google Shape;3012;g31b4ca53490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7" name="Shape 3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8" name="Google Shape;3018;g31b4ca53490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9" name="Google Shape;3019;g31b4ca53490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5" name="Shape 3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6" name="Google Shape;3026;g31b4ca53490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7" name="Google Shape;3027;g31b4ca53490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2" name="Shape 3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3" name="Google Shape;3033;g31b4ca53490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4" name="Google Shape;3034;g31b4ca53490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0" name="Shape 3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" name="Google Shape;3041;g31b4ca53490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2" name="Google Shape;3042;g31b4ca53490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7" name="Shape 3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8" name="Google Shape;3048;g31b4ca53490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9" name="Google Shape;3049;g31b4ca53490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5" name="Shape 3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6" name="Google Shape;3056;g31b4ca53490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7" name="Google Shape;3057;g31b4ca53490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3" name="Shape 3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4" name="Google Shape;3064;g31b4ca53490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5" name="Google Shape;3065;g31b4ca53490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0" name="Shape 3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1" name="Google Shape;3071;g31b4ca53490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2" name="Google Shape;3072;g31b4ca53490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8" name="Shape 3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Google Shape;3079;g31b4ca53490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0" name="Google Shape;3080;g31b4ca53490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6" name="Shape 3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7" name="Google Shape;3087;g31b4ca53490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8" name="Google Shape;3088;g31b4ca53490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4" name="Shape 3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Google Shape;3095;g31b4ca53490_1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6" name="Google Shape;3096;g31b4ca53490_1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8" name="Shape 3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9" name="Google Shape;3139;g31b4ca53490_1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0" name="Google Shape;3140;g31b4ca53490_1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4" name="Shape 3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5" name="Google Shape;3145;g31b4ca53490_1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6" name="Google Shape;3146;g31b4ca53490_1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2" name="Shape 3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" name="Google Shape;3153;g31b4ca53490_1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4" name="Google Shape;3154;g31b4ca53490_1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0" name="Shape 3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1" name="Google Shape;3161;g31b4ca53490_1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2" name="Google Shape;3162;g31b4ca53490_1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9" name="Shape 3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0" name="Google Shape;3170;g31b4ca53490_1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1" name="Google Shape;3171;g31b4ca53490_1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8" name="Shape 3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9" name="Google Shape;3179;g31b4ca53490_1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0" name="Google Shape;3180;g31b4ca53490_1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7" name="Shape 3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8" name="Google Shape;3188;g31b4ca53490_1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9" name="Google Shape;3189;g31b4ca53490_1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6" name="Shape 3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7" name="Google Shape;3197;g31b4ca53490_1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8" name="Google Shape;3198;g31b4ca53490_1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5" name="Shape 3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6" name="Google Shape;3206;g31b4ca53490_1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7" name="Google Shape;3207;g31b4ca53490_1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1" name="Shape 3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g31b4ca53490_1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3" name="Google Shape;3213;g31b4ca53490_1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1" name="Shape 3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2" name="Google Shape;3222;g31b4ca53490_1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3" name="Google Shape;3223;g31b4ca53490_1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1" name="Shape 3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2" name="Google Shape;3232;g31b4ca53490_1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3" name="Google Shape;3233;g31b4ca53490_1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1" name="Shape 3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2" name="Google Shape;3242;g31b4ca53490_1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3" name="Google Shape;3243;g31b4ca53490_1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5" name="Shape 3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6" name="Google Shape;3286;g31b4ca53490_1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7" name="Google Shape;3287;g31b4ca53490_1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1" name="Shape 3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2" name="Google Shape;3292;g31b4ca53490_1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3" name="Google Shape;3293;g31b4ca53490_1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9" name="Shape 3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0" name="Google Shape;3300;g31b4ca53490_1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1" name="Google Shape;3301;g31b4ca53490_1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7" name="Shape 3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8" name="Google Shape;3308;g31b4ca53490_1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9" name="Google Shape;3309;g31b4ca53490_1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5" name="Shape 3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6" name="Google Shape;3316;g31b4ca53490_1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7" name="Google Shape;3317;g31b4ca53490_1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4" name="Shape 3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5" name="Google Shape;3325;g31b4ca53490_1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6" name="Google Shape;3326;g31b4ca53490_1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2" name="Shape 3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3" name="Google Shape;3333;g31b4ca53490_1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4" name="Google Shape;3334;g31b4ca53490_1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0" name="Shape 3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1" name="Google Shape;3341;g31b4ca53490_1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2" name="Google Shape;3342;g31b4ca53490_1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6" name="Shape 3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7" name="Google Shape;3347;g31b4ca53490_1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8" name="Google Shape;3348;g31b4ca53490_1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5" name="Shape 3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6" name="Google Shape;3356;g31b4ca53490_1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7" name="Google Shape;3357;g31b4ca53490_1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3" name="Shape 3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4" name="Google Shape;3364;g31b4ca53490_1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5" name="Google Shape;3365;g31b4ca53490_1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1" name="Shape 3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2" name="Google Shape;3372;g31b4ca53490_1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3" name="Google Shape;3373;g31b4ca53490_1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9" name="Shape 3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" name="Google Shape;3380;g31b4ca53490_1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1" name="Google Shape;3381;g31b4ca53490_1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7" name="Shape 3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8" name="Google Shape;3388;g31d91c4be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9" name="Google Shape;3389;g31d91c4be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5" name="Shape 3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6" name="Google Shape;3396;g31de4884313_2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7" name="Google Shape;3397;g31de4884313_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://bit.ly/2Tynxth" TargetMode="External"/><Relationship Id="rId6" Type="http://schemas.openxmlformats.org/officeDocument/2006/relationships/hyperlink" Target="http://bit.ly/2TyoMsr" TargetMode="External"/><Relationship Id="rId7" Type="http://schemas.openxmlformats.org/officeDocument/2006/relationships/hyperlink" Target="http://bit.ly/2TtBDfr" TargetMode="Externa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://bit.ly/2Tynxth" TargetMode="External"/><Relationship Id="rId6" Type="http://schemas.openxmlformats.org/officeDocument/2006/relationships/hyperlink" Target="http://bit.ly/2TyoMsr" TargetMode="External"/><Relationship Id="rId7" Type="http://schemas.openxmlformats.org/officeDocument/2006/relationships/hyperlink" Target="http://bit.ly/2TtBDfr" TargetMode="Externa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://bit.ly/2Tynxth" TargetMode="External"/><Relationship Id="rId6" Type="http://schemas.openxmlformats.org/officeDocument/2006/relationships/hyperlink" Target="http://bit.ly/2TyoMsr" TargetMode="External"/><Relationship Id="rId7" Type="http://schemas.openxmlformats.org/officeDocument/2006/relationships/hyperlink" Target="http://bit.ly/2TtBDfr" TargetMode="Externa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ctrTitle"/>
          </p:nvPr>
        </p:nvSpPr>
        <p:spPr>
          <a:xfrm flipH="1">
            <a:off x="743325" y="1454185"/>
            <a:ext cx="6952800" cy="1339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 flipH="1">
            <a:off x="743375" y="3242315"/>
            <a:ext cx="6952800" cy="447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56" name="Google Shape;56;p14"/>
          <p:cNvGrpSpPr/>
          <p:nvPr/>
        </p:nvGrpSpPr>
        <p:grpSpPr>
          <a:xfrm flipH="1">
            <a:off x="3452019" y="-348332"/>
            <a:ext cx="1019565" cy="1290805"/>
            <a:chOff x="-4017975" y="-49702"/>
            <a:chExt cx="1162825" cy="1472177"/>
          </a:xfrm>
        </p:grpSpPr>
        <p:sp>
          <p:nvSpPr>
            <p:cNvPr id="57" name="Google Shape;57;p14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-3633259" y="-49702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" name="Google Shape;64;p14"/>
          <p:cNvGrpSpPr/>
          <p:nvPr/>
        </p:nvGrpSpPr>
        <p:grpSpPr>
          <a:xfrm flipH="1">
            <a:off x="8425338" y="2120543"/>
            <a:ext cx="1938846" cy="1720830"/>
            <a:chOff x="-1873362" y="2120543"/>
            <a:chExt cx="1938846" cy="1720830"/>
          </a:xfrm>
        </p:grpSpPr>
        <p:sp>
          <p:nvSpPr>
            <p:cNvPr id="65" name="Google Shape;65;p14"/>
            <p:cNvSpPr/>
            <p:nvPr/>
          </p:nvSpPr>
          <p:spPr>
            <a:xfrm>
              <a:off x="-1603307" y="2348270"/>
              <a:ext cx="752952" cy="979890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-880956" y="2326262"/>
              <a:ext cx="54822" cy="49978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-1248116" y="2840637"/>
              <a:ext cx="136036" cy="135772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-1524768" y="2679196"/>
              <a:ext cx="649512" cy="786446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-906383" y="2657342"/>
              <a:ext cx="53836" cy="49824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-1252039" y="2304737"/>
              <a:ext cx="241471" cy="240177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-1042397" y="2282795"/>
              <a:ext cx="56773" cy="49934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-1275516" y="2516813"/>
              <a:ext cx="54822" cy="49802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-1067824" y="3161765"/>
              <a:ext cx="659200" cy="657841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-676683" y="3289011"/>
              <a:ext cx="136014" cy="135772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-429382" y="3134825"/>
              <a:ext cx="53836" cy="50065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-1089349" y="3791702"/>
              <a:ext cx="49912" cy="49671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-864538" y="3079499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-1492721" y="3169086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-1581278" y="3795976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-1873362" y="2939014"/>
              <a:ext cx="480201" cy="479478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-414717" y="2120543"/>
              <a:ext cx="480201" cy="47989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-287757" y="2820734"/>
              <a:ext cx="217972" cy="209731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-221208" y="2878778"/>
              <a:ext cx="93204" cy="93467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" name="Google Shape;84;p14"/>
          <p:cNvGrpSpPr/>
          <p:nvPr/>
        </p:nvGrpSpPr>
        <p:grpSpPr>
          <a:xfrm flipH="1">
            <a:off x="-1155987" y="-912707"/>
            <a:ext cx="1938846" cy="1720830"/>
            <a:chOff x="-1873362" y="2120543"/>
            <a:chExt cx="1938846" cy="1720830"/>
          </a:xfrm>
        </p:grpSpPr>
        <p:sp>
          <p:nvSpPr>
            <p:cNvPr id="85" name="Google Shape;85;p14"/>
            <p:cNvSpPr/>
            <p:nvPr/>
          </p:nvSpPr>
          <p:spPr>
            <a:xfrm>
              <a:off x="-1603307" y="2348270"/>
              <a:ext cx="752952" cy="979890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-880956" y="2326262"/>
              <a:ext cx="54822" cy="49978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-1248116" y="2840637"/>
              <a:ext cx="136036" cy="135772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-1524768" y="2679196"/>
              <a:ext cx="649512" cy="786446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-906383" y="2657342"/>
              <a:ext cx="53836" cy="49824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-1252039" y="2304737"/>
              <a:ext cx="241471" cy="240177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-1042397" y="2282795"/>
              <a:ext cx="56773" cy="49934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-1275516" y="2516813"/>
              <a:ext cx="54822" cy="49802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-1067824" y="3161765"/>
              <a:ext cx="659200" cy="657841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-676683" y="3289011"/>
              <a:ext cx="136014" cy="135772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-429382" y="3134825"/>
              <a:ext cx="53836" cy="50065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-1089349" y="3791702"/>
              <a:ext cx="49912" cy="49671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-864538" y="3079499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-1492721" y="3169086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-1581278" y="3795976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-1873362" y="2939014"/>
              <a:ext cx="480201" cy="479478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-414717" y="2120543"/>
              <a:ext cx="480201" cy="47989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-287757" y="2820734"/>
              <a:ext cx="217972" cy="209731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-221208" y="2878778"/>
              <a:ext cx="93204" cy="93467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" name="Google Shape;104;p14"/>
          <p:cNvGrpSpPr/>
          <p:nvPr/>
        </p:nvGrpSpPr>
        <p:grpSpPr>
          <a:xfrm flipH="1">
            <a:off x="6857372" y="-188512"/>
            <a:ext cx="1516025" cy="1489525"/>
            <a:chOff x="-3888525" y="-3012325"/>
            <a:chExt cx="1516025" cy="1489525"/>
          </a:xfrm>
        </p:grpSpPr>
        <p:sp>
          <p:nvSpPr>
            <p:cNvPr id="105" name="Google Shape;105;p14"/>
            <p:cNvSpPr/>
            <p:nvPr/>
          </p:nvSpPr>
          <p:spPr>
            <a:xfrm>
              <a:off x="-3076125" y="-3012325"/>
              <a:ext cx="38525" cy="38250"/>
            </a:xfrm>
            <a:custGeom>
              <a:rect b="b" l="l" r="r" t="t"/>
              <a:pathLst>
                <a:path extrusionOk="0" h="1530" w="1541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-3648325" y="-2918425"/>
              <a:ext cx="523950" cy="509300"/>
            </a:xfrm>
            <a:custGeom>
              <a:rect b="b" l="l" r="r" t="t"/>
              <a:pathLst>
                <a:path extrusionOk="0" h="20372" w="20958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-3742350" y="-2353475"/>
              <a:ext cx="53025" cy="38650"/>
            </a:xfrm>
            <a:custGeom>
              <a:rect b="b" l="l" r="r" t="t"/>
              <a:pathLst>
                <a:path extrusionOk="0" h="1546" w="2121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-3719475" y="-24833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-3888525" y="-2128825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4"/>
            <p:cNvSpPr/>
            <p:nvPr/>
          </p:nvSpPr>
          <p:spPr>
            <a:xfrm>
              <a:off x="-3626300" y="-1680825"/>
              <a:ext cx="184175" cy="158025"/>
            </a:xfrm>
            <a:custGeom>
              <a:rect b="b" l="l" r="r" t="t"/>
              <a:pathLst>
                <a:path extrusionOk="0" h="6321" w="7367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-3559050" y="-1636200"/>
              <a:ext cx="76175" cy="68900"/>
            </a:xfrm>
            <a:custGeom>
              <a:rect b="b" l="l" r="r" t="t"/>
              <a:pathLst>
                <a:path extrusionOk="0" h="2756" w="3047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-3151175" y="-2605875"/>
              <a:ext cx="752125" cy="750250"/>
            </a:xfrm>
            <a:custGeom>
              <a:rect b="b" l="l" r="r" t="t"/>
              <a:pathLst>
                <a:path extrusionOk="0" h="30010" w="30085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-2704800" y="-2461050"/>
              <a:ext cx="155150" cy="155150"/>
            </a:xfrm>
            <a:custGeom>
              <a:rect b="b" l="l" r="r" t="t"/>
              <a:pathLst>
                <a:path extrusionOk="0" h="6206" w="6206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4"/>
            <p:cNvSpPr/>
            <p:nvPr/>
          </p:nvSpPr>
          <p:spPr>
            <a:xfrm>
              <a:off x="-2435025" y="-2631025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4"/>
            <p:cNvSpPr/>
            <p:nvPr/>
          </p:nvSpPr>
          <p:spPr>
            <a:xfrm>
              <a:off x="-3175450" y="-1887725"/>
              <a:ext cx="56675" cy="56925"/>
            </a:xfrm>
            <a:custGeom>
              <a:rect b="b" l="l" r="r" t="t"/>
              <a:pathLst>
                <a:path extrusionOk="0" h="2277" w="2267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/>
          <p:nvPr>
            <p:ph hasCustomPrompt="1" type="title"/>
          </p:nvPr>
        </p:nvSpPr>
        <p:spPr>
          <a:xfrm>
            <a:off x="2598875" y="787425"/>
            <a:ext cx="3946500" cy="1175100"/>
          </a:xfrm>
          <a:prstGeom prst="rect">
            <a:avLst/>
          </a:prstGeom>
          <a:noFill/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9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9pPr>
          </a:lstStyle>
          <a:p>
            <a:r>
              <a:t>xx%</a:t>
            </a:r>
          </a:p>
        </p:txBody>
      </p:sp>
      <p:sp>
        <p:nvSpPr>
          <p:cNvPr id="118" name="Google Shape;118;p15"/>
          <p:cNvSpPr txBox="1"/>
          <p:nvPr>
            <p:ph idx="2" type="title"/>
          </p:nvPr>
        </p:nvSpPr>
        <p:spPr>
          <a:xfrm>
            <a:off x="2598625" y="2347850"/>
            <a:ext cx="3946500" cy="1229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Jost"/>
                <a:ea typeface="Jost"/>
                <a:cs typeface="Jost"/>
                <a:sym typeface="Jos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19" name="Google Shape;119;p15"/>
          <p:cNvSpPr txBox="1"/>
          <p:nvPr>
            <p:ph idx="1" type="subTitle"/>
          </p:nvPr>
        </p:nvSpPr>
        <p:spPr>
          <a:xfrm>
            <a:off x="2598875" y="3643263"/>
            <a:ext cx="3946500" cy="7128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grpSp>
        <p:nvGrpSpPr>
          <p:cNvPr id="120" name="Google Shape;120;p15"/>
          <p:cNvGrpSpPr/>
          <p:nvPr/>
        </p:nvGrpSpPr>
        <p:grpSpPr>
          <a:xfrm flipH="1">
            <a:off x="7451744" y="244568"/>
            <a:ext cx="1019565" cy="1290805"/>
            <a:chOff x="-4017975" y="-49702"/>
            <a:chExt cx="1162825" cy="1472177"/>
          </a:xfrm>
        </p:grpSpPr>
        <p:sp>
          <p:nvSpPr>
            <p:cNvPr id="121" name="Google Shape;121;p15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-3633259" y="-49702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" name="Google Shape;128;p15"/>
          <p:cNvGrpSpPr/>
          <p:nvPr/>
        </p:nvGrpSpPr>
        <p:grpSpPr>
          <a:xfrm flipH="1">
            <a:off x="2648022" y="-702112"/>
            <a:ext cx="1516025" cy="1489525"/>
            <a:chOff x="-3888525" y="-3012325"/>
            <a:chExt cx="1516025" cy="1489525"/>
          </a:xfrm>
        </p:grpSpPr>
        <p:sp>
          <p:nvSpPr>
            <p:cNvPr id="129" name="Google Shape;129;p15"/>
            <p:cNvSpPr/>
            <p:nvPr/>
          </p:nvSpPr>
          <p:spPr>
            <a:xfrm>
              <a:off x="-3076125" y="-3012325"/>
              <a:ext cx="38525" cy="38250"/>
            </a:xfrm>
            <a:custGeom>
              <a:rect b="b" l="l" r="r" t="t"/>
              <a:pathLst>
                <a:path extrusionOk="0" h="1530" w="1541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-3648325" y="-2918425"/>
              <a:ext cx="523950" cy="509300"/>
            </a:xfrm>
            <a:custGeom>
              <a:rect b="b" l="l" r="r" t="t"/>
              <a:pathLst>
                <a:path extrusionOk="0" h="20372" w="20958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-3742350" y="-2353475"/>
              <a:ext cx="53025" cy="38650"/>
            </a:xfrm>
            <a:custGeom>
              <a:rect b="b" l="l" r="r" t="t"/>
              <a:pathLst>
                <a:path extrusionOk="0" h="1546" w="2121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-3719475" y="-24833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-3888525" y="-2128825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-3626300" y="-1680825"/>
              <a:ext cx="184175" cy="158025"/>
            </a:xfrm>
            <a:custGeom>
              <a:rect b="b" l="l" r="r" t="t"/>
              <a:pathLst>
                <a:path extrusionOk="0" h="6321" w="7367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-3559050" y="-1636200"/>
              <a:ext cx="76175" cy="68900"/>
            </a:xfrm>
            <a:custGeom>
              <a:rect b="b" l="l" r="r" t="t"/>
              <a:pathLst>
                <a:path extrusionOk="0" h="2756" w="3047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-3151175" y="-2605875"/>
              <a:ext cx="752125" cy="750250"/>
            </a:xfrm>
            <a:custGeom>
              <a:rect b="b" l="l" r="r" t="t"/>
              <a:pathLst>
                <a:path extrusionOk="0" h="30010" w="30085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-2704800" y="-2461050"/>
              <a:ext cx="155150" cy="155150"/>
            </a:xfrm>
            <a:custGeom>
              <a:rect b="b" l="l" r="r" t="t"/>
              <a:pathLst>
                <a:path extrusionOk="0" h="6206" w="6206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-2435025" y="-2631025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-3175450" y="-1887725"/>
              <a:ext cx="56675" cy="56925"/>
            </a:xfrm>
            <a:custGeom>
              <a:rect b="b" l="l" r="r" t="t"/>
              <a:pathLst>
                <a:path extrusionOk="0" h="2277" w="2267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" name="Google Shape;140;p15"/>
          <p:cNvGrpSpPr/>
          <p:nvPr/>
        </p:nvGrpSpPr>
        <p:grpSpPr>
          <a:xfrm flipH="1">
            <a:off x="579363" y="3923368"/>
            <a:ext cx="1938846" cy="1720830"/>
            <a:chOff x="-1873362" y="2120543"/>
            <a:chExt cx="1938846" cy="1720830"/>
          </a:xfrm>
        </p:grpSpPr>
        <p:sp>
          <p:nvSpPr>
            <p:cNvPr id="141" name="Google Shape;141;p15"/>
            <p:cNvSpPr/>
            <p:nvPr/>
          </p:nvSpPr>
          <p:spPr>
            <a:xfrm>
              <a:off x="-1603307" y="2348270"/>
              <a:ext cx="752952" cy="979890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-880956" y="2326262"/>
              <a:ext cx="54822" cy="49978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-1248116" y="2840637"/>
              <a:ext cx="136036" cy="135772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-1524768" y="2679196"/>
              <a:ext cx="649512" cy="786446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5"/>
            <p:cNvSpPr/>
            <p:nvPr/>
          </p:nvSpPr>
          <p:spPr>
            <a:xfrm>
              <a:off x="-906383" y="2657342"/>
              <a:ext cx="53836" cy="49824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-1252039" y="2304737"/>
              <a:ext cx="241471" cy="240177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5"/>
            <p:cNvSpPr/>
            <p:nvPr/>
          </p:nvSpPr>
          <p:spPr>
            <a:xfrm>
              <a:off x="-1042397" y="2282795"/>
              <a:ext cx="56773" cy="49934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-1275516" y="2516813"/>
              <a:ext cx="54822" cy="49802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-1067824" y="3161765"/>
              <a:ext cx="659200" cy="657841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-676683" y="3289011"/>
              <a:ext cx="136014" cy="135772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-429382" y="3134825"/>
              <a:ext cx="53836" cy="50065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-1089349" y="3791702"/>
              <a:ext cx="49912" cy="49671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-864538" y="3079499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-1492721" y="3169086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-1581278" y="3795976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-1873362" y="2939014"/>
              <a:ext cx="480201" cy="479478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-414717" y="2120543"/>
              <a:ext cx="480201" cy="47989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-287757" y="2820734"/>
              <a:ext cx="217972" cy="209731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5"/>
            <p:cNvSpPr/>
            <p:nvPr/>
          </p:nvSpPr>
          <p:spPr>
            <a:xfrm>
              <a:off x="-221208" y="2878778"/>
              <a:ext cx="93204" cy="93467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" name="Google Shape;160;p15"/>
          <p:cNvGrpSpPr/>
          <p:nvPr/>
        </p:nvGrpSpPr>
        <p:grpSpPr>
          <a:xfrm flipH="1">
            <a:off x="-1155987" y="-338232"/>
            <a:ext cx="1938846" cy="1720830"/>
            <a:chOff x="-1873362" y="2120543"/>
            <a:chExt cx="1938846" cy="1720830"/>
          </a:xfrm>
        </p:grpSpPr>
        <p:sp>
          <p:nvSpPr>
            <p:cNvPr id="161" name="Google Shape;161;p15"/>
            <p:cNvSpPr/>
            <p:nvPr/>
          </p:nvSpPr>
          <p:spPr>
            <a:xfrm>
              <a:off x="-1603307" y="2348270"/>
              <a:ext cx="752952" cy="979890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-880956" y="2326262"/>
              <a:ext cx="54822" cy="49978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-1248116" y="2840637"/>
              <a:ext cx="136036" cy="135772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-1524768" y="2679196"/>
              <a:ext cx="649512" cy="786446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-906383" y="2657342"/>
              <a:ext cx="53836" cy="49824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-1252039" y="2304737"/>
              <a:ext cx="241471" cy="240177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-1042397" y="2282795"/>
              <a:ext cx="56773" cy="49934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-1275516" y="2516813"/>
              <a:ext cx="54822" cy="49802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-1067824" y="3161765"/>
              <a:ext cx="659200" cy="657841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-676683" y="3289011"/>
              <a:ext cx="136014" cy="135772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-429382" y="3134825"/>
              <a:ext cx="53836" cy="50065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-1089349" y="3791702"/>
              <a:ext cx="49912" cy="49671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-864538" y="3079499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-1492721" y="3169086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5"/>
            <p:cNvSpPr/>
            <p:nvPr/>
          </p:nvSpPr>
          <p:spPr>
            <a:xfrm>
              <a:off x="-1581278" y="3795976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5"/>
            <p:cNvSpPr/>
            <p:nvPr/>
          </p:nvSpPr>
          <p:spPr>
            <a:xfrm>
              <a:off x="-1873362" y="2939014"/>
              <a:ext cx="480201" cy="479478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5"/>
            <p:cNvSpPr/>
            <p:nvPr/>
          </p:nvSpPr>
          <p:spPr>
            <a:xfrm>
              <a:off x="-414717" y="2120543"/>
              <a:ext cx="480201" cy="47989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5"/>
            <p:cNvSpPr/>
            <p:nvPr/>
          </p:nvSpPr>
          <p:spPr>
            <a:xfrm>
              <a:off x="-287757" y="2820734"/>
              <a:ext cx="217972" cy="209731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-221208" y="2878778"/>
              <a:ext cx="93204" cy="93467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/>
          <p:nvPr>
            <p:ph idx="1" type="body"/>
          </p:nvPr>
        </p:nvSpPr>
        <p:spPr>
          <a:xfrm>
            <a:off x="782850" y="1995825"/>
            <a:ext cx="3904500" cy="259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82" name="Google Shape;182;p16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3" name="Google Shape;183;p16"/>
          <p:cNvSpPr txBox="1"/>
          <p:nvPr>
            <p:ph idx="2" type="subTitle"/>
          </p:nvPr>
        </p:nvSpPr>
        <p:spPr>
          <a:xfrm>
            <a:off x="1682625" y="1355275"/>
            <a:ext cx="5779200" cy="53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 txBox="1"/>
          <p:nvPr>
            <p:ph type="title"/>
          </p:nvPr>
        </p:nvSpPr>
        <p:spPr>
          <a:xfrm>
            <a:off x="917813" y="740425"/>
            <a:ext cx="3351600" cy="8592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6" name="Google Shape;186;p17"/>
          <p:cNvSpPr txBox="1"/>
          <p:nvPr>
            <p:ph idx="1" type="subTitle"/>
          </p:nvPr>
        </p:nvSpPr>
        <p:spPr>
          <a:xfrm>
            <a:off x="4437188" y="3399874"/>
            <a:ext cx="3789000" cy="10032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17"/>
          <p:cNvSpPr txBox="1"/>
          <p:nvPr>
            <p:ph idx="2" type="subTitle"/>
          </p:nvPr>
        </p:nvSpPr>
        <p:spPr>
          <a:xfrm>
            <a:off x="4874588" y="2388438"/>
            <a:ext cx="3351600" cy="8592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8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17"/>
          <p:cNvSpPr txBox="1"/>
          <p:nvPr>
            <p:ph idx="3" type="subTitle"/>
          </p:nvPr>
        </p:nvSpPr>
        <p:spPr>
          <a:xfrm>
            <a:off x="917813" y="1751950"/>
            <a:ext cx="3789000" cy="10032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89" name="Google Shape;189;p17"/>
          <p:cNvGrpSpPr/>
          <p:nvPr/>
        </p:nvGrpSpPr>
        <p:grpSpPr>
          <a:xfrm rot="10800000">
            <a:off x="-287269" y="3176993"/>
            <a:ext cx="1803578" cy="1592367"/>
            <a:chOff x="-4912150" y="-393637"/>
            <a:chExt cx="2057000" cy="1816112"/>
          </a:xfrm>
        </p:grpSpPr>
        <p:sp>
          <p:nvSpPr>
            <p:cNvPr id="190" name="Google Shape;190;p17"/>
            <p:cNvSpPr/>
            <p:nvPr/>
          </p:nvSpPr>
          <p:spPr>
            <a:xfrm>
              <a:off x="-4604150" y="-280425"/>
              <a:ext cx="858750" cy="1117575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-3780300" y="-305525"/>
              <a:ext cx="62525" cy="57000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7"/>
            <p:cNvSpPr/>
            <p:nvPr/>
          </p:nvSpPr>
          <p:spPr>
            <a:xfrm>
              <a:off x="-4199050" y="281125"/>
              <a:ext cx="155150" cy="154850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7"/>
            <p:cNvSpPr/>
            <p:nvPr/>
          </p:nvSpPr>
          <p:spPr>
            <a:xfrm>
              <a:off x="-4514575" y="97000"/>
              <a:ext cx="740775" cy="896950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-3809300" y="72075"/>
              <a:ext cx="61400" cy="56825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-4203525" y="-330075"/>
              <a:ext cx="275400" cy="273925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-3964425" y="-355100"/>
              <a:ext cx="64750" cy="56950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-4230300" y="-88200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-3761575" y="553550"/>
              <a:ext cx="51025" cy="38375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-4478025" y="655725"/>
              <a:ext cx="666475" cy="651250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-4579025" y="1370700"/>
              <a:ext cx="46900" cy="38375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-4912150" y="393325"/>
              <a:ext cx="547675" cy="546850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-3508415" y="-393637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9" name="Google Shape;209;p17"/>
          <p:cNvGrpSpPr/>
          <p:nvPr/>
        </p:nvGrpSpPr>
        <p:grpSpPr>
          <a:xfrm>
            <a:off x="6039350" y="414138"/>
            <a:ext cx="1040638" cy="901375"/>
            <a:chOff x="8457538" y="810363"/>
            <a:chExt cx="1040638" cy="901375"/>
          </a:xfrm>
        </p:grpSpPr>
        <p:grpSp>
          <p:nvGrpSpPr>
            <p:cNvPr id="210" name="Google Shape;210;p17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211" name="Google Shape;211;p17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7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3" name="Google Shape;213;p17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214" name="Google Shape;214;p17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7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7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7" name="Google Shape;217;p17"/>
          <p:cNvGrpSpPr/>
          <p:nvPr/>
        </p:nvGrpSpPr>
        <p:grpSpPr>
          <a:xfrm>
            <a:off x="2021856" y="3530393"/>
            <a:ext cx="1019565" cy="1290805"/>
            <a:chOff x="-4017975" y="-49702"/>
            <a:chExt cx="1162825" cy="1472177"/>
          </a:xfrm>
        </p:grpSpPr>
        <p:sp>
          <p:nvSpPr>
            <p:cNvPr id="218" name="Google Shape;218;p17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7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7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7"/>
            <p:cNvSpPr/>
            <p:nvPr/>
          </p:nvSpPr>
          <p:spPr>
            <a:xfrm>
              <a:off x="-3633259" y="-49702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7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7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5" name="Google Shape;225;p17"/>
          <p:cNvGrpSpPr/>
          <p:nvPr/>
        </p:nvGrpSpPr>
        <p:grpSpPr>
          <a:xfrm>
            <a:off x="7572872" y="-168350"/>
            <a:ext cx="1929500" cy="2210100"/>
            <a:chOff x="295725" y="-3462825"/>
            <a:chExt cx="1929500" cy="2210100"/>
          </a:xfrm>
        </p:grpSpPr>
        <p:sp>
          <p:nvSpPr>
            <p:cNvPr id="226" name="Google Shape;226;p17"/>
            <p:cNvSpPr/>
            <p:nvPr/>
          </p:nvSpPr>
          <p:spPr>
            <a:xfrm>
              <a:off x="1089425" y="-3462825"/>
              <a:ext cx="700025" cy="959400"/>
            </a:xfrm>
            <a:custGeom>
              <a:rect b="b" l="l" r="r" t="t"/>
              <a:pathLst>
                <a:path extrusionOk="0" h="38376" w="28001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7"/>
            <p:cNvSpPr/>
            <p:nvPr/>
          </p:nvSpPr>
          <p:spPr>
            <a:xfrm>
              <a:off x="1064875" y="-2535525"/>
              <a:ext cx="56950" cy="56925"/>
            </a:xfrm>
            <a:custGeom>
              <a:rect b="b" l="l" r="r" t="t"/>
              <a:pathLst>
                <a:path extrusionOk="0" h="2277" w="2278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1212200" y="-2944175"/>
              <a:ext cx="869900" cy="1026350"/>
            </a:xfrm>
            <a:custGeom>
              <a:rect b="b" l="l" r="r" t="t"/>
              <a:pathLst>
                <a:path extrusionOk="0" h="41054" w="34796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7"/>
            <p:cNvSpPr/>
            <p:nvPr/>
          </p:nvSpPr>
          <p:spPr>
            <a:xfrm>
              <a:off x="1577675" y="-2592175"/>
              <a:ext cx="155125" cy="154875"/>
            </a:xfrm>
            <a:custGeom>
              <a:rect b="b" l="l" r="r" t="t"/>
              <a:pathLst>
                <a:path extrusionOk="0" h="6195" w="6205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7"/>
            <p:cNvSpPr/>
            <p:nvPr/>
          </p:nvSpPr>
          <p:spPr>
            <a:xfrm>
              <a:off x="1188475" y="-1949950"/>
              <a:ext cx="56950" cy="56950"/>
            </a:xfrm>
            <a:custGeom>
              <a:rect b="b" l="l" r="r" t="t"/>
              <a:pathLst>
                <a:path extrusionOk="0" h="2278" w="2278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7"/>
            <p:cNvSpPr/>
            <p:nvPr/>
          </p:nvSpPr>
          <p:spPr>
            <a:xfrm>
              <a:off x="2043025" y="-3122375"/>
              <a:ext cx="38525" cy="38650"/>
            </a:xfrm>
            <a:custGeom>
              <a:rect b="b" l="l" r="r" t="t"/>
              <a:pathLst>
                <a:path extrusionOk="0" h="1546" w="1541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7"/>
            <p:cNvSpPr/>
            <p:nvPr/>
          </p:nvSpPr>
          <p:spPr>
            <a:xfrm>
              <a:off x="1472200" y="-3028150"/>
              <a:ext cx="522225" cy="509375"/>
            </a:xfrm>
            <a:custGeom>
              <a:rect b="b" l="l" r="r" t="t"/>
              <a:pathLst>
                <a:path extrusionOk="0" h="20375" w="20889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7"/>
            <p:cNvSpPr/>
            <p:nvPr/>
          </p:nvSpPr>
          <p:spPr>
            <a:xfrm>
              <a:off x="1384050" y="-2463000"/>
              <a:ext cx="38250" cy="38250"/>
            </a:xfrm>
            <a:custGeom>
              <a:rect b="b" l="l" r="r" t="t"/>
              <a:pathLst>
                <a:path extrusionOk="0" h="1530" w="153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7"/>
            <p:cNvSpPr/>
            <p:nvPr/>
          </p:nvSpPr>
          <p:spPr>
            <a:xfrm>
              <a:off x="1108400" y="-3240375"/>
              <a:ext cx="38250" cy="38650"/>
            </a:xfrm>
            <a:custGeom>
              <a:rect b="b" l="l" r="r" t="t"/>
              <a:pathLst>
                <a:path extrusionOk="0" h="1546" w="153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7"/>
            <p:cNvSpPr/>
            <p:nvPr/>
          </p:nvSpPr>
          <p:spPr>
            <a:xfrm>
              <a:off x="537050" y="-3146175"/>
              <a:ext cx="522775" cy="509125"/>
            </a:xfrm>
            <a:custGeom>
              <a:rect b="b" l="l" r="r" t="t"/>
              <a:pathLst>
                <a:path extrusionOk="0" h="20365" w="20911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7"/>
            <p:cNvSpPr/>
            <p:nvPr/>
          </p:nvSpPr>
          <p:spPr>
            <a:xfrm>
              <a:off x="449150" y="-2581150"/>
              <a:ext cx="38250" cy="38375"/>
            </a:xfrm>
            <a:custGeom>
              <a:rect b="b" l="l" r="r" t="t"/>
              <a:pathLst>
                <a:path extrusionOk="0" h="1535" w="153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7"/>
            <p:cNvSpPr/>
            <p:nvPr/>
          </p:nvSpPr>
          <p:spPr>
            <a:xfrm>
              <a:off x="1636250" y="-2122350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7"/>
            <p:cNvSpPr/>
            <p:nvPr/>
          </p:nvSpPr>
          <p:spPr>
            <a:xfrm>
              <a:off x="1711575" y="-2197675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7"/>
            <p:cNvSpPr/>
            <p:nvPr/>
          </p:nvSpPr>
          <p:spPr>
            <a:xfrm>
              <a:off x="1786900" y="-2273000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7"/>
            <p:cNvSpPr/>
            <p:nvPr/>
          </p:nvSpPr>
          <p:spPr>
            <a:xfrm>
              <a:off x="1862225" y="-2348325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7"/>
            <p:cNvSpPr/>
            <p:nvPr/>
          </p:nvSpPr>
          <p:spPr>
            <a:xfrm>
              <a:off x="1937550" y="-2423950"/>
              <a:ext cx="137025" cy="25425"/>
            </a:xfrm>
            <a:custGeom>
              <a:rect b="b" l="l" r="r" t="t"/>
              <a:pathLst>
                <a:path extrusionOk="0" h="1017" w="5481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7"/>
            <p:cNvSpPr/>
            <p:nvPr/>
          </p:nvSpPr>
          <p:spPr>
            <a:xfrm>
              <a:off x="2013150" y="-2499275"/>
              <a:ext cx="136750" cy="25150"/>
            </a:xfrm>
            <a:custGeom>
              <a:rect b="b" l="l" r="r" t="t"/>
              <a:pathLst>
                <a:path extrusionOk="0" h="1006" w="547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7"/>
            <p:cNvSpPr/>
            <p:nvPr/>
          </p:nvSpPr>
          <p:spPr>
            <a:xfrm>
              <a:off x="2088500" y="-2574600"/>
              <a:ext cx="136725" cy="25150"/>
            </a:xfrm>
            <a:custGeom>
              <a:rect b="b" l="l" r="r" t="t"/>
              <a:pathLst>
                <a:path extrusionOk="0" h="1006" w="5469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7"/>
            <p:cNvSpPr/>
            <p:nvPr/>
          </p:nvSpPr>
          <p:spPr>
            <a:xfrm>
              <a:off x="463950" y="-2710950"/>
              <a:ext cx="548500" cy="546775"/>
            </a:xfrm>
            <a:custGeom>
              <a:rect b="b" l="l" r="r" t="t"/>
              <a:pathLst>
                <a:path extrusionOk="0" h="21871" w="2194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7"/>
            <p:cNvSpPr/>
            <p:nvPr/>
          </p:nvSpPr>
          <p:spPr>
            <a:xfrm>
              <a:off x="942975" y="-1800075"/>
              <a:ext cx="549225" cy="547350"/>
            </a:xfrm>
            <a:custGeom>
              <a:rect b="b" l="l" r="r" t="t"/>
              <a:pathLst>
                <a:path extrusionOk="0" h="21894" w="21969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7"/>
            <p:cNvSpPr/>
            <p:nvPr/>
          </p:nvSpPr>
          <p:spPr>
            <a:xfrm>
              <a:off x="295725" y="-2356925"/>
              <a:ext cx="548500" cy="547050"/>
            </a:xfrm>
            <a:custGeom>
              <a:rect b="b" l="l" r="r" t="t"/>
              <a:pathLst>
                <a:path extrusionOk="0" h="21882" w="2194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7"/>
            <p:cNvSpPr/>
            <p:nvPr/>
          </p:nvSpPr>
          <p:spPr>
            <a:xfrm>
              <a:off x="1774900" y="-1975200"/>
              <a:ext cx="248600" cy="239275"/>
            </a:xfrm>
            <a:custGeom>
              <a:rect b="b" l="l" r="r" t="t"/>
              <a:pathLst>
                <a:path extrusionOk="0" h="9571" w="9944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7"/>
            <p:cNvSpPr/>
            <p:nvPr/>
          </p:nvSpPr>
          <p:spPr>
            <a:xfrm>
              <a:off x="1850800" y="-1908650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7"/>
            <p:cNvSpPr/>
            <p:nvPr/>
          </p:nvSpPr>
          <p:spPr>
            <a:xfrm>
              <a:off x="735125" y="-2028925"/>
              <a:ext cx="184150" cy="157950"/>
            </a:xfrm>
            <a:custGeom>
              <a:rect b="b" l="l" r="r" t="t"/>
              <a:pathLst>
                <a:path extrusionOk="0" h="6318" w="7366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7"/>
            <p:cNvSpPr/>
            <p:nvPr/>
          </p:nvSpPr>
          <p:spPr>
            <a:xfrm>
              <a:off x="803475" y="-1984150"/>
              <a:ext cx="74500" cy="69000"/>
            </a:xfrm>
            <a:custGeom>
              <a:rect b="b" l="l" r="r" t="t"/>
              <a:pathLst>
                <a:path extrusionOk="0" h="2760" w="298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/>
          <p:nvPr>
            <p:ph type="title"/>
          </p:nvPr>
        </p:nvSpPr>
        <p:spPr>
          <a:xfrm>
            <a:off x="782850" y="556250"/>
            <a:ext cx="7578300" cy="5232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18"/>
          <p:cNvGrpSpPr/>
          <p:nvPr/>
        </p:nvGrpSpPr>
        <p:grpSpPr>
          <a:xfrm>
            <a:off x="8361160" y="-152294"/>
            <a:ext cx="1040638" cy="1353907"/>
            <a:chOff x="8361160" y="-152294"/>
            <a:chExt cx="1040638" cy="1353907"/>
          </a:xfrm>
        </p:grpSpPr>
        <p:grpSp>
          <p:nvGrpSpPr>
            <p:cNvPr id="254" name="Google Shape;254;p18"/>
            <p:cNvGrpSpPr/>
            <p:nvPr/>
          </p:nvGrpSpPr>
          <p:grpSpPr>
            <a:xfrm flipH="1">
              <a:off x="8361160" y="300238"/>
              <a:ext cx="1040638" cy="901375"/>
              <a:chOff x="948060" y="3972813"/>
              <a:chExt cx="1040638" cy="901375"/>
            </a:xfrm>
          </p:grpSpPr>
          <p:grpSp>
            <p:nvGrpSpPr>
              <p:cNvPr id="255" name="Google Shape;255;p18"/>
              <p:cNvGrpSpPr/>
              <p:nvPr/>
            </p:nvGrpSpPr>
            <p:grpSpPr>
              <a:xfrm flipH="1">
                <a:off x="948060" y="3972813"/>
                <a:ext cx="716725" cy="901375"/>
                <a:chOff x="-3888525" y="-2483300"/>
                <a:chExt cx="716725" cy="901375"/>
              </a:xfrm>
            </p:grpSpPr>
            <p:sp>
              <p:nvSpPr>
                <p:cNvPr id="256" name="Google Shape;256;p18"/>
                <p:cNvSpPr/>
                <p:nvPr/>
              </p:nvSpPr>
              <p:spPr>
                <a:xfrm>
                  <a:off x="-3719475" y="-2483300"/>
                  <a:ext cx="547675" cy="547050"/>
                </a:xfrm>
                <a:custGeom>
                  <a:rect b="b" l="l" r="r" t="t"/>
                  <a:pathLst>
                    <a:path extrusionOk="0" h="21882" w="21907">
                      <a:moveTo>
                        <a:pt x="21756" y="1"/>
                      </a:moveTo>
                      <a:cubicBezTo>
                        <a:pt x="21723" y="1"/>
                        <a:pt x="21689" y="15"/>
                        <a:pt x="21661" y="43"/>
                      </a:cubicBezTo>
                      <a:lnTo>
                        <a:pt x="56" y="21647"/>
                      </a:lnTo>
                      <a:cubicBezTo>
                        <a:pt x="1" y="21703"/>
                        <a:pt x="1" y="21781"/>
                        <a:pt x="56" y="21837"/>
                      </a:cubicBezTo>
                      <a:cubicBezTo>
                        <a:pt x="79" y="21870"/>
                        <a:pt x="112" y="21882"/>
                        <a:pt x="157" y="21882"/>
                      </a:cubicBezTo>
                      <a:cubicBezTo>
                        <a:pt x="190" y="21882"/>
                        <a:pt x="224" y="21870"/>
                        <a:pt x="257" y="21837"/>
                      </a:cubicBezTo>
                      <a:lnTo>
                        <a:pt x="21851" y="243"/>
                      </a:lnTo>
                      <a:cubicBezTo>
                        <a:pt x="21907" y="188"/>
                        <a:pt x="21907" y="98"/>
                        <a:pt x="21851" y="43"/>
                      </a:cubicBezTo>
                      <a:cubicBezTo>
                        <a:pt x="21823" y="15"/>
                        <a:pt x="21790" y="1"/>
                        <a:pt x="2175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" name="Google Shape;257;p18"/>
                <p:cNvSpPr/>
                <p:nvPr/>
              </p:nvSpPr>
              <p:spPr>
                <a:xfrm>
                  <a:off x="-3888525" y="-2128825"/>
                  <a:ext cx="549275" cy="546900"/>
                </a:xfrm>
                <a:custGeom>
                  <a:rect b="b" l="l" r="r" t="t"/>
                  <a:pathLst>
                    <a:path extrusionOk="0" h="21876" w="21971">
                      <a:moveTo>
                        <a:pt x="21780" y="1"/>
                      </a:moveTo>
                      <a:cubicBezTo>
                        <a:pt x="21751" y="1"/>
                        <a:pt x="21721" y="11"/>
                        <a:pt x="21694" y="36"/>
                      </a:cubicBezTo>
                      <a:lnTo>
                        <a:pt x="89" y="21630"/>
                      </a:lnTo>
                      <a:cubicBezTo>
                        <a:pt x="0" y="21719"/>
                        <a:pt x="67" y="21864"/>
                        <a:pt x="190" y="21875"/>
                      </a:cubicBezTo>
                      <a:cubicBezTo>
                        <a:pt x="223" y="21864"/>
                        <a:pt x="268" y="21853"/>
                        <a:pt x="290" y="21830"/>
                      </a:cubicBezTo>
                      <a:lnTo>
                        <a:pt x="21884" y="226"/>
                      </a:lnTo>
                      <a:cubicBezTo>
                        <a:pt x="21971" y="130"/>
                        <a:pt x="21882" y="1"/>
                        <a:pt x="2178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58" name="Google Shape;258;p18"/>
              <p:cNvGrpSpPr/>
              <p:nvPr/>
            </p:nvGrpSpPr>
            <p:grpSpPr>
              <a:xfrm flipH="1">
                <a:off x="1664772" y="4493938"/>
                <a:ext cx="323925" cy="323650"/>
                <a:chOff x="1608625" y="299800"/>
                <a:chExt cx="323925" cy="323650"/>
              </a:xfrm>
            </p:grpSpPr>
            <p:sp>
              <p:nvSpPr>
                <p:cNvPr id="259" name="Google Shape;259;p18"/>
                <p:cNvSpPr/>
                <p:nvPr/>
              </p:nvSpPr>
              <p:spPr>
                <a:xfrm>
                  <a:off x="1633450" y="324425"/>
                  <a:ext cx="275900" cy="274200"/>
                </a:xfrm>
                <a:custGeom>
                  <a:rect b="b" l="l" r="r" t="t"/>
                  <a:pathLst>
                    <a:path extrusionOk="0" h="10968" w="11036">
                      <a:moveTo>
                        <a:pt x="10830" y="0"/>
                      </a:moveTo>
                      <a:cubicBezTo>
                        <a:pt x="10795" y="0"/>
                        <a:pt x="10758" y="16"/>
                        <a:pt x="10725" y="54"/>
                      </a:cubicBezTo>
                      <a:lnTo>
                        <a:pt x="46" y="10733"/>
                      </a:lnTo>
                      <a:cubicBezTo>
                        <a:pt x="1" y="10789"/>
                        <a:pt x="1" y="10867"/>
                        <a:pt x="46" y="10923"/>
                      </a:cubicBezTo>
                      <a:cubicBezTo>
                        <a:pt x="79" y="10956"/>
                        <a:pt x="112" y="10968"/>
                        <a:pt x="146" y="10968"/>
                      </a:cubicBezTo>
                      <a:cubicBezTo>
                        <a:pt x="191" y="10968"/>
                        <a:pt x="224" y="10956"/>
                        <a:pt x="246" y="10923"/>
                      </a:cubicBezTo>
                      <a:lnTo>
                        <a:pt x="10926" y="254"/>
                      </a:lnTo>
                      <a:cubicBezTo>
                        <a:pt x="11036" y="153"/>
                        <a:pt x="10941" y="0"/>
                        <a:pt x="10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0" name="Google Shape;260;p18"/>
                <p:cNvSpPr/>
                <p:nvPr/>
              </p:nvSpPr>
              <p:spPr>
                <a:xfrm>
                  <a:off x="1875625" y="299800"/>
                  <a:ext cx="56925" cy="56950"/>
                </a:xfrm>
                <a:custGeom>
                  <a:rect b="b" l="l" r="r" t="t"/>
                  <a:pathLst>
                    <a:path extrusionOk="0" h="2278" w="2277">
                      <a:moveTo>
                        <a:pt x="1139" y="1"/>
                      </a:moveTo>
                      <a:cubicBezTo>
                        <a:pt x="514" y="1"/>
                        <a:pt x="0" y="514"/>
                        <a:pt x="0" y="1139"/>
                      </a:cubicBezTo>
                      <a:cubicBezTo>
                        <a:pt x="0" y="1764"/>
                        <a:pt x="514" y="2277"/>
                        <a:pt x="1139" y="2277"/>
                      </a:cubicBezTo>
                      <a:cubicBezTo>
                        <a:pt x="1764" y="2277"/>
                        <a:pt x="2277" y="1764"/>
                        <a:pt x="2277" y="1139"/>
                      </a:cubicBezTo>
                      <a:cubicBezTo>
                        <a:pt x="2277" y="514"/>
                        <a:pt x="1764" y="1"/>
                        <a:pt x="113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1" name="Google Shape;261;p18"/>
                <p:cNvSpPr/>
                <p:nvPr/>
              </p:nvSpPr>
              <p:spPr>
                <a:xfrm>
                  <a:off x="1608625" y="566800"/>
                  <a:ext cx="56950" cy="56650"/>
                </a:xfrm>
                <a:custGeom>
                  <a:rect b="b" l="l" r="r" t="t"/>
                  <a:pathLst>
                    <a:path extrusionOk="0" h="2266" w="2278">
                      <a:moveTo>
                        <a:pt x="1139" y="0"/>
                      </a:moveTo>
                      <a:cubicBezTo>
                        <a:pt x="514" y="0"/>
                        <a:pt x="1" y="503"/>
                        <a:pt x="1" y="1127"/>
                      </a:cubicBezTo>
                      <a:cubicBezTo>
                        <a:pt x="1" y="1764"/>
                        <a:pt x="514" y="2266"/>
                        <a:pt x="1139" y="2266"/>
                      </a:cubicBezTo>
                      <a:cubicBezTo>
                        <a:pt x="1775" y="2266"/>
                        <a:pt x="2277" y="1764"/>
                        <a:pt x="2277" y="1127"/>
                      </a:cubicBezTo>
                      <a:cubicBezTo>
                        <a:pt x="2277" y="503"/>
                        <a:pt x="1775" y="0"/>
                        <a:pt x="1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62" name="Google Shape;262;p18"/>
            <p:cNvGrpSpPr/>
            <p:nvPr/>
          </p:nvGrpSpPr>
          <p:grpSpPr>
            <a:xfrm rot="10800000">
              <a:off x="8442919" y="-152294"/>
              <a:ext cx="777174" cy="1001897"/>
              <a:chOff x="-4604150" y="-305525"/>
              <a:chExt cx="886375" cy="1142675"/>
            </a:xfrm>
          </p:grpSpPr>
          <p:sp>
            <p:nvSpPr>
              <p:cNvPr id="263" name="Google Shape;263;p18"/>
              <p:cNvSpPr/>
              <p:nvPr/>
            </p:nvSpPr>
            <p:spPr>
              <a:xfrm>
                <a:off x="-4604150" y="-280425"/>
                <a:ext cx="858750" cy="1117575"/>
              </a:xfrm>
              <a:custGeom>
                <a:rect b="b" l="l" r="r" t="t"/>
                <a:pathLst>
                  <a:path extrusionOk="0" h="44703" w="34350">
                    <a:moveTo>
                      <a:pt x="34205" y="1"/>
                    </a:moveTo>
                    <a:cubicBezTo>
                      <a:pt x="34169" y="1"/>
                      <a:pt x="34132" y="15"/>
                      <a:pt x="34104" y="43"/>
                    </a:cubicBezTo>
                    <a:lnTo>
                      <a:pt x="23425" y="10722"/>
                    </a:lnTo>
                    <a:cubicBezTo>
                      <a:pt x="23402" y="10745"/>
                      <a:pt x="23391" y="10778"/>
                      <a:pt x="23391" y="10823"/>
                    </a:cubicBezTo>
                    <a:lnTo>
                      <a:pt x="23391" y="21168"/>
                    </a:lnTo>
                    <a:lnTo>
                      <a:pt x="90" y="44468"/>
                    </a:lnTo>
                    <a:cubicBezTo>
                      <a:pt x="1" y="44558"/>
                      <a:pt x="68" y="44703"/>
                      <a:pt x="191" y="44703"/>
                    </a:cubicBezTo>
                    <a:cubicBezTo>
                      <a:pt x="224" y="44703"/>
                      <a:pt x="258" y="44692"/>
                      <a:pt x="291" y="44669"/>
                    </a:cubicBezTo>
                    <a:lnTo>
                      <a:pt x="23626" y="21324"/>
                    </a:lnTo>
                    <a:cubicBezTo>
                      <a:pt x="23648" y="21301"/>
                      <a:pt x="23670" y="21257"/>
                      <a:pt x="23670" y="21223"/>
                    </a:cubicBezTo>
                    <a:lnTo>
                      <a:pt x="23670" y="10879"/>
                    </a:lnTo>
                    <a:lnTo>
                      <a:pt x="34305" y="244"/>
                    </a:lnTo>
                    <a:cubicBezTo>
                      <a:pt x="34350" y="188"/>
                      <a:pt x="34350" y="98"/>
                      <a:pt x="34305" y="43"/>
                    </a:cubicBezTo>
                    <a:cubicBezTo>
                      <a:pt x="34277" y="15"/>
                      <a:pt x="34241" y="1"/>
                      <a:pt x="34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18"/>
              <p:cNvSpPr/>
              <p:nvPr/>
            </p:nvSpPr>
            <p:spPr>
              <a:xfrm>
                <a:off x="-3780300" y="-305525"/>
                <a:ext cx="62525" cy="57000"/>
              </a:xfrm>
              <a:custGeom>
                <a:rect b="b" l="l" r="r" t="t"/>
                <a:pathLst>
                  <a:path extrusionOk="0" h="2280" w="2501">
                    <a:moveTo>
                      <a:pt x="1248" y="0"/>
                    </a:moveTo>
                    <a:cubicBezTo>
                      <a:pt x="738" y="0"/>
                      <a:pt x="270" y="354"/>
                      <a:pt x="146" y="879"/>
                    </a:cubicBezTo>
                    <a:cubicBezTo>
                      <a:pt x="1" y="1493"/>
                      <a:pt x="380" y="2107"/>
                      <a:pt x="994" y="2252"/>
                    </a:cubicBezTo>
                    <a:cubicBezTo>
                      <a:pt x="1077" y="2270"/>
                      <a:pt x="1161" y="2279"/>
                      <a:pt x="1243" y="2279"/>
                    </a:cubicBezTo>
                    <a:cubicBezTo>
                      <a:pt x="1757" y="2279"/>
                      <a:pt x="2231" y="1933"/>
                      <a:pt x="2356" y="1404"/>
                    </a:cubicBezTo>
                    <a:cubicBezTo>
                      <a:pt x="2501" y="790"/>
                      <a:pt x="2121" y="176"/>
                      <a:pt x="1507" y="31"/>
                    </a:cubicBezTo>
                    <a:cubicBezTo>
                      <a:pt x="1421" y="10"/>
                      <a:pt x="1334" y="0"/>
                      <a:pt x="12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8"/>
              <p:cNvSpPr/>
              <p:nvPr/>
            </p:nvSpPr>
            <p:spPr>
              <a:xfrm>
                <a:off x="-4199050" y="281125"/>
                <a:ext cx="155150" cy="154850"/>
              </a:xfrm>
              <a:custGeom>
                <a:rect b="b" l="l" r="r" t="t"/>
                <a:pathLst>
                  <a:path extrusionOk="0" h="6194" w="6206">
                    <a:moveTo>
                      <a:pt x="6149" y="0"/>
                    </a:moveTo>
                    <a:lnTo>
                      <a:pt x="1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4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66" name="Google Shape;266;p18"/>
          <p:cNvGrpSpPr/>
          <p:nvPr/>
        </p:nvGrpSpPr>
        <p:grpSpPr>
          <a:xfrm>
            <a:off x="778838" y="379263"/>
            <a:ext cx="184175" cy="158025"/>
            <a:chOff x="-3626300" y="-1680825"/>
            <a:chExt cx="184175" cy="158025"/>
          </a:xfrm>
        </p:grpSpPr>
        <p:sp>
          <p:nvSpPr>
            <p:cNvPr id="267" name="Google Shape;267;p18"/>
            <p:cNvSpPr/>
            <p:nvPr/>
          </p:nvSpPr>
          <p:spPr>
            <a:xfrm>
              <a:off x="-3626300" y="-1680825"/>
              <a:ext cx="184175" cy="158025"/>
            </a:xfrm>
            <a:custGeom>
              <a:rect b="b" l="l" r="r" t="t"/>
              <a:pathLst>
                <a:path extrusionOk="0" h="6321" w="7367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8"/>
            <p:cNvSpPr/>
            <p:nvPr/>
          </p:nvSpPr>
          <p:spPr>
            <a:xfrm>
              <a:off x="-3559050" y="-1636200"/>
              <a:ext cx="76175" cy="68900"/>
            </a:xfrm>
            <a:custGeom>
              <a:rect b="b" l="l" r="r" t="t"/>
              <a:pathLst>
                <a:path extrusionOk="0" h="2756" w="3047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9" name="Google Shape;269;p18"/>
          <p:cNvGrpSpPr/>
          <p:nvPr/>
        </p:nvGrpSpPr>
        <p:grpSpPr>
          <a:xfrm>
            <a:off x="-252062" y="300238"/>
            <a:ext cx="716725" cy="901375"/>
            <a:chOff x="-3888525" y="-2483300"/>
            <a:chExt cx="716725" cy="901375"/>
          </a:xfrm>
        </p:grpSpPr>
        <p:sp>
          <p:nvSpPr>
            <p:cNvPr id="270" name="Google Shape;270;p18"/>
            <p:cNvSpPr/>
            <p:nvPr/>
          </p:nvSpPr>
          <p:spPr>
            <a:xfrm>
              <a:off x="-3719475" y="-24833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8"/>
            <p:cNvSpPr/>
            <p:nvPr/>
          </p:nvSpPr>
          <p:spPr>
            <a:xfrm>
              <a:off x="-3888525" y="-2128825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"/>
          <p:cNvSpPr txBox="1"/>
          <p:nvPr>
            <p:ph idx="1" type="subTitle"/>
          </p:nvPr>
        </p:nvSpPr>
        <p:spPr>
          <a:xfrm>
            <a:off x="782850" y="1341548"/>
            <a:ext cx="7578300" cy="527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4" name="Google Shape;274;p19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5" name="Google Shape;275;p19"/>
          <p:cNvGrpSpPr/>
          <p:nvPr/>
        </p:nvGrpSpPr>
        <p:grpSpPr>
          <a:xfrm>
            <a:off x="7433700" y="4482713"/>
            <a:ext cx="1040638" cy="901375"/>
            <a:chOff x="8457538" y="810363"/>
            <a:chExt cx="1040638" cy="901375"/>
          </a:xfrm>
        </p:grpSpPr>
        <p:grpSp>
          <p:nvGrpSpPr>
            <p:cNvPr id="276" name="Google Shape;276;p19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277" name="Google Shape;277;p19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19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9" name="Google Shape;279;p19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280" name="Google Shape;280;p19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19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19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83" name="Google Shape;283;p19"/>
          <p:cNvGrpSpPr/>
          <p:nvPr/>
        </p:nvGrpSpPr>
        <p:grpSpPr>
          <a:xfrm>
            <a:off x="388869" y="-29307"/>
            <a:ext cx="1019565" cy="1290805"/>
            <a:chOff x="-4017975" y="-49702"/>
            <a:chExt cx="1162825" cy="1472177"/>
          </a:xfrm>
        </p:grpSpPr>
        <p:sp>
          <p:nvSpPr>
            <p:cNvPr id="284" name="Google Shape;284;p19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9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9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9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9"/>
            <p:cNvSpPr/>
            <p:nvPr/>
          </p:nvSpPr>
          <p:spPr>
            <a:xfrm>
              <a:off x="-3633259" y="-49702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9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1" name="Google Shape;291;p19"/>
          <p:cNvGrpSpPr/>
          <p:nvPr/>
        </p:nvGrpSpPr>
        <p:grpSpPr>
          <a:xfrm>
            <a:off x="7934047" y="1528575"/>
            <a:ext cx="1929500" cy="2210100"/>
            <a:chOff x="295725" y="-3462825"/>
            <a:chExt cx="1929500" cy="2210100"/>
          </a:xfrm>
        </p:grpSpPr>
        <p:sp>
          <p:nvSpPr>
            <p:cNvPr id="292" name="Google Shape;292;p19"/>
            <p:cNvSpPr/>
            <p:nvPr/>
          </p:nvSpPr>
          <p:spPr>
            <a:xfrm>
              <a:off x="1089425" y="-3462825"/>
              <a:ext cx="700025" cy="959400"/>
            </a:xfrm>
            <a:custGeom>
              <a:rect b="b" l="l" r="r" t="t"/>
              <a:pathLst>
                <a:path extrusionOk="0" h="38376" w="28001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1064875" y="-2535525"/>
              <a:ext cx="56950" cy="56925"/>
            </a:xfrm>
            <a:custGeom>
              <a:rect b="b" l="l" r="r" t="t"/>
              <a:pathLst>
                <a:path extrusionOk="0" h="2277" w="2278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1212200" y="-2944175"/>
              <a:ext cx="869900" cy="1026350"/>
            </a:xfrm>
            <a:custGeom>
              <a:rect b="b" l="l" r="r" t="t"/>
              <a:pathLst>
                <a:path extrusionOk="0" h="41054" w="34796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1577675" y="-2592175"/>
              <a:ext cx="155125" cy="154875"/>
            </a:xfrm>
            <a:custGeom>
              <a:rect b="b" l="l" r="r" t="t"/>
              <a:pathLst>
                <a:path extrusionOk="0" h="6195" w="6205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9"/>
            <p:cNvSpPr/>
            <p:nvPr/>
          </p:nvSpPr>
          <p:spPr>
            <a:xfrm>
              <a:off x="1188475" y="-1949950"/>
              <a:ext cx="56950" cy="56950"/>
            </a:xfrm>
            <a:custGeom>
              <a:rect b="b" l="l" r="r" t="t"/>
              <a:pathLst>
                <a:path extrusionOk="0" h="2278" w="2278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9"/>
            <p:cNvSpPr/>
            <p:nvPr/>
          </p:nvSpPr>
          <p:spPr>
            <a:xfrm>
              <a:off x="2043025" y="-3122375"/>
              <a:ext cx="38525" cy="38650"/>
            </a:xfrm>
            <a:custGeom>
              <a:rect b="b" l="l" r="r" t="t"/>
              <a:pathLst>
                <a:path extrusionOk="0" h="1546" w="1541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9"/>
            <p:cNvSpPr/>
            <p:nvPr/>
          </p:nvSpPr>
          <p:spPr>
            <a:xfrm>
              <a:off x="1472200" y="-3028150"/>
              <a:ext cx="522225" cy="509375"/>
            </a:xfrm>
            <a:custGeom>
              <a:rect b="b" l="l" r="r" t="t"/>
              <a:pathLst>
                <a:path extrusionOk="0" h="20375" w="20889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9"/>
            <p:cNvSpPr/>
            <p:nvPr/>
          </p:nvSpPr>
          <p:spPr>
            <a:xfrm>
              <a:off x="1384050" y="-2463000"/>
              <a:ext cx="38250" cy="38250"/>
            </a:xfrm>
            <a:custGeom>
              <a:rect b="b" l="l" r="r" t="t"/>
              <a:pathLst>
                <a:path extrusionOk="0" h="1530" w="153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9"/>
            <p:cNvSpPr/>
            <p:nvPr/>
          </p:nvSpPr>
          <p:spPr>
            <a:xfrm>
              <a:off x="1108400" y="-3240375"/>
              <a:ext cx="38250" cy="38650"/>
            </a:xfrm>
            <a:custGeom>
              <a:rect b="b" l="l" r="r" t="t"/>
              <a:pathLst>
                <a:path extrusionOk="0" h="1546" w="153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9"/>
            <p:cNvSpPr/>
            <p:nvPr/>
          </p:nvSpPr>
          <p:spPr>
            <a:xfrm>
              <a:off x="537050" y="-3146175"/>
              <a:ext cx="522775" cy="509125"/>
            </a:xfrm>
            <a:custGeom>
              <a:rect b="b" l="l" r="r" t="t"/>
              <a:pathLst>
                <a:path extrusionOk="0" h="20365" w="20911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9"/>
            <p:cNvSpPr/>
            <p:nvPr/>
          </p:nvSpPr>
          <p:spPr>
            <a:xfrm>
              <a:off x="449150" y="-2581150"/>
              <a:ext cx="38250" cy="38375"/>
            </a:xfrm>
            <a:custGeom>
              <a:rect b="b" l="l" r="r" t="t"/>
              <a:pathLst>
                <a:path extrusionOk="0" h="1535" w="153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9"/>
            <p:cNvSpPr/>
            <p:nvPr/>
          </p:nvSpPr>
          <p:spPr>
            <a:xfrm>
              <a:off x="1636250" y="-2122350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1711575" y="-2197675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9"/>
            <p:cNvSpPr/>
            <p:nvPr/>
          </p:nvSpPr>
          <p:spPr>
            <a:xfrm>
              <a:off x="1786900" y="-2273000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9"/>
            <p:cNvSpPr/>
            <p:nvPr/>
          </p:nvSpPr>
          <p:spPr>
            <a:xfrm>
              <a:off x="1862225" y="-2348325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9"/>
            <p:cNvSpPr/>
            <p:nvPr/>
          </p:nvSpPr>
          <p:spPr>
            <a:xfrm>
              <a:off x="1937550" y="-2423950"/>
              <a:ext cx="137025" cy="25425"/>
            </a:xfrm>
            <a:custGeom>
              <a:rect b="b" l="l" r="r" t="t"/>
              <a:pathLst>
                <a:path extrusionOk="0" h="1017" w="5481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9"/>
            <p:cNvSpPr/>
            <p:nvPr/>
          </p:nvSpPr>
          <p:spPr>
            <a:xfrm>
              <a:off x="2013150" y="-2499275"/>
              <a:ext cx="136750" cy="25150"/>
            </a:xfrm>
            <a:custGeom>
              <a:rect b="b" l="l" r="r" t="t"/>
              <a:pathLst>
                <a:path extrusionOk="0" h="1006" w="547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9"/>
            <p:cNvSpPr/>
            <p:nvPr/>
          </p:nvSpPr>
          <p:spPr>
            <a:xfrm>
              <a:off x="2088500" y="-2574600"/>
              <a:ext cx="136725" cy="25150"/>
            </a:xfrm>
            <a:custGeom>
              <a:rect b="b" l="l" r="r" t="t"/>
              <a:pathLst>
                <a:path extrusionOk="0" h="1006" w="5469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9"/>
            <p:cNvSpPr/>
            <p:nvPr/>
          </p:nvSpPr>
          <p:spPr>
            <a:xfrm>
              <a:off x="463950" y="-2710950"/>
              <a:ext cx="548500" cy="546775"/>
            </a:xfrm>
            <a:custGeom>
              <a:rect b="b" l="l" r="r" t="t"/>
              <a:pathLst>
                <a:path extrusionOk="0" h="21871" w="2194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9"/>
            <p:cNvSpPr/>
            <p:nvPr/>
          </p:nvSpPr>
          <p:spPr>
            <a:xfrm>
              <a:off x="942975" y="-1800075"/>
              <a:ext cx="549225" cy="547350"/>
            </a:xfrm>
            <a:custGeom>
              <a:rect b="b" l="l" r="r" t="t"/>
              <a:pathLst>
                <a:path extrusionOk="0" h="21894" w="21969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9"/>
            <p:cNvSpPr/>
            <p:nvPr/>
          </p:nvSpPr>
          <p:spPr>
            <a:xfrm>
              <a:off x="295725" y="-2356925"/>
              <a:ext cx="548500" cy="547050"/>
            </a:xfrm>
            <a:custGeom>
              <a:rect b="b" l="l" r="r" t="t"/>
              <a:pathLst>
                <a:path extrusionOk="0" h="21882" w="2194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9"/>
            <p:cNvSpPr/>
            <p:nvPr/>
          </p:nvSpPr>
          <p:spPr>
            <a:xfrm>
              <a:off x="1774900" y="-1975200"/>
              <a:ext cx="248600" cy="239275"/>
            </a:xfrm>
            <a:custGeom>
              <a:rect b="b" l="l" r="r" t="t"/>
              <a:pathLst>
                <a:path extrusionOk="0" h="9571" w="9944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9"/>
            <p:cNvSpPr/>
            <p:nvPr/>
          </p:nvSpPr>
          <p:spPr>
            <a:xfrm>
              <a:off x="1850800" y="-1908650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9"/>
            <p:cNvSpPr/>
            <p:nvPr/>
          </p:nvSpPr>
          <p:spPr>
            <a:xfrm>
              <a:off x="735125" y="-2028925"/>
              <a:ext cx="184150" cy="157950"/>
            </a:xfrm>
            <a:custGeom>
              <a:rect b="b" l="l" r="r" t="t"/>
              <a:pathLst>
                <a:path extrusionOk="0" h="6318" w="7366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9"/>
            <p:cNvSpPr/>
            <p:nvPr/>
          </p:nvSpPr>
          <p:spPr>
            <a:xfrm>
              <a:off x="803475" y="-1984150"/>
              <a:ext cx="74500" cy="69000"/>
            </a:xfrm>
            <a:custGeom>
              <a:rect b="b" l="l" r="r" t="t"/>
              <a:pathLst>
                <a:path extrusionOk="0" h="2760" w="298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7" name="Google Shape;317;p19"/>
          <p:cNvGrpSpPr/>
          <p:nvPr/>
        </p:nvGrpSpPr>
        <p:grpSpPr>
          <a:xfrm rot="10800000">
            <a:off x="-510906" y="2675681"/>
            <a:ext cx="1803578" cy="1592367"/>
            <a:chOff x="-4912150" y="-393637"/>
            <a:chExt cx="2057000" cy="1816112"/>
          </a:xfrm>
        </p:grpSpPr>
        <p:sp>
          <p:nvSpPr>
            <p:cNvPr id="318" name="Google Shape;318;p19"/>
            <p:cNvSpPr/>
            <p:nvPr/>
          </p:nvSpPr>
          <p:spPr>
            <a:xfrm>
              <a:off x="-4604150" y="-280425"/>
              <a:ext cx="858750" cy="1117575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9"/>
            <p:cNvSpPr/>
            <p:nvPr/>
          </p:nvSpPr>
          <p:spPr>
            <a:xfrm>
              <a:off x="-3780300" y="-305525"/>
              <a:ext cx="62525" cy="57000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9"/>
            <p:cNvSpPr/>
            <p:nvPr/>
          </p:nvSpPr>
          <p:spPr>
            <a:xfrm>
              <a:off x="-4199050" y="281125"/>
              <a:ext cx="155150" cy="154850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9"/>
            <p:cNvSpPr/>
            <p:nvPr/>
          </p:nvSpPr>
          <p:spPr>
            <a:xfrm>
              <a:off x="-4514575" y="97000"/>
              <a:ext cx="740775" cy="896950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9"/>
            <p:cNvSpPr/>
            <p:nvPr/>
          </p:nvSpPr>
          <p:spPr>
            <a:xfrm>
              <a:off x="-3809300" y="72075"/>
              <a:ext cx="61400" cy="56825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9"/>
            <p:cNvSpPr/>
            <p:nvPr/>
          </p:nvSpPr>
          <p:spPr>
            <a:xfrm>
              <a:off x="-4203525" y="-330075"/>
              <a:ext cx="275400" cy="273925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9"/>
            <p:cNvSpPr/>
            <p:nvPr/>
          </p:nvSpPr>
          <p:spPr>
            <a:xfrm>
              <a:off x="-3964425" y="-355100"/>
              <a:ext cx="64750" cy="56950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9"/>
            <p:cNvSpPr/>
            <p:nvPr/>
          </p:nvSpPr>
          <p:spPr>
            <a:xfrm>
              <a:off x="-4230300" y="-88200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9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9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9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9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9"/>
            <p:cNvSpPr/>
            <p:nvPr/>
          </p:nvSpPr>
          <p:spPr>
            <a:xfrm>
              <a:off x="-3761575" y="553550"/>
              <a:ext cx="51025" cy="38375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9"/>
            <p:cNvSpPr/>
            <p:nvPr/>
          </p:nvSpPr>
          <p:spPr>
            <a:xfrm>
              <a:off x="-4478025" y="655725"/>
              <a:ext cx="666475" cy="651250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9"/>
            <p:cNvSpPr/>
            <p:nvPr/>
          </p:nvSpPr>
          <p:spPr>
            <a:xfrm>
              <a:off x="-4579025" y="1370700"/>
              <a:ext cx="46900" cy="38375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9"/>
            <p:cNvSpPr/>
            <p:nvPr/>
          </p:nvSpPr>
          <p:spPr>
            <a:xfrm>
              <a:off x="-4912150" y="393325"/>
              <a:ext cx="547675" cy="546850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9"/>
            <p:cNvSpPr/>
            <p:nvPr/>
          </p:nvSpPr>
          <p:spPr>
            <a:xfrm>
              <a:off x="-3508415" y="-393637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9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9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0"/>
          <p:cNvSpPr txBox="1"/>
          <p:nvPr>
            <p:ph type="title"/>
          </p:nvPr>
        </p:nvSpPr>
        <p:spPr>
          <a:xfrm>
            <a:off x="1388100" y="556250"/>
            <a:ext cx="5904000" cy="40311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339" name="Google Shape;339;p20"/>
          <p:cNvGrpSpPr/>
          <p:nvPr/>
        </p:nvGrpSpPr>
        <p:grpSpPr>
          <a:xfrm flipH="1">
            <a:off x="7745597" y="3097813"/>
            <a:ext cx="1516025" cy="1489525"/>
            <a:chOff x="-3888525" y="-3012325"/>
            <a:chExt cx="1516025" cy="1489525"/>
          </a:xfrm>
        </p:grpSpPr>
        <p:sp>
          <p:nvSpPr>
            <p:cNvPr id="340" name="Google Shape;340;p20"/>
            <p:cNvSpPr/>
            <p:nvPr/>
          </p:nvSpPr>
          <p:spPr>
            <a:xfrm>
              <a:off x="-3076125" y="-3012325"/>
              <a:ext cx="38525" cy="38250"/>
            </a:xfrm>
            <a:custGeom>
              <a:rect b="b" l="l" r="r" t="t"/>
              <a:pathLst>
                <a:path extrusionOk="0" h="1530" w="1541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0"/>
            <p:cNvSpPr/>
            <p:nvPr/>
          </p:nvSpPr>
          <p:spPr>
            <a:xfrm>
              <a:off x="-3648325" y="-2918425"/>
              <a:ext cx="523950" cy="509300"/>
            </a:xfrm>
            <a:custGeom>
              <a:rect b="b" l="l" r="r" t="t"/>
              <a:pathLst>
                <a:path extrusionOk="0" h="20372" w="20958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0"/>
            <p:cNvSpPr/>
            <p:nvPr/>
          </p:nvSpPr>
          <p:spPr>
            <a:xfrm>
              <a:off x="-3742350" y="-2353475"/>
              <a:ext cx="53025" cy="38650"/>
            </a:xfrm>
            <a:custGeom>
              <a:rect b="b" l="l" r="r" t="t"/>
              <a:pathLst>
                <a:path extrusionOk="0" h="1546" w="2121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0"/>
            <p:cNvSpPr/>
            <p:nvPr/>
          </p:nvSpPr>
          <p:spPr>
            <a:xfrm>
              <a:off x="-3719475" y="-24833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0"/>
            <p:cNvSpPr/>
            <p:nvPr/>
          </p:nvSpPr>
          <p:spPr>
            <a:xfrm>
              <a:off x="-3888525" y="-2128825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0"/>
            <p:cNvSpPr/>
            <p:nvPr/>
          </p:nvSpPr>
          <p:spPr>
            <a:xfrm>
              <a:off x="-3626300" y="-1680825"/>
              <a:ext cx="184175" cy="158025"/>
            </a:xfrm>
            <a:custGeom>
              <a:rect b="b" l="l" r="r" t="t"/>
              <a:pathLst>
                <a:path extrusionOk="0" h="6321" w="7367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0"/>
            <p:cNvSpPr/>
            <p:nvPr/>
          </p:nvSpPr>
          <p:spPr>
            <a:xfrm>
              <a:off x="-3559050" y="-1636200"/>
              <a:ext cx="76175" cy="68900"/>
            </a:xfrm>
            <a:custGeom>
              <a:rect b="b" l="l" r="r" t="t"/>
              <a:pathLst>
                <a:path extrusionOk="0" h="2756" w="3047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0"/>
            <p:cNvSpPr/>
            <p:nvPr/>
          </p:nvSpPr>
          <p:spPr>
            <a:xfrm>
              <a:off x="-3151175" y="-2605875"/>
              <a:ext cx="752125" cy="750250"/>
            </a:xfrm>
            <a:custGeom>
              <a:rect b="b" l="l" r="r" t="t"/>
              <a:pathLst>
                <a:path extrusionOk="0" h="30010" w="30085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0"/>
            <p:cNvSpPr/>
            <p:nvPr/>
          </p:nvSpPr>
          <p:spPr>
            <a:xfrm>
              <a:off x="-2704800" y="-2461050"/>
              <a:ext cx="155150" cy="155150"/>
            </a:xfrm>
            <a:custGeom>
              <a:rect b="b" l="l" r="r" t="t"/>
              <a:pathLst>
                <a:path extrusionOk="0" h="6206" w="6206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0"/>
            <p:cNvSpPr/>
            <p:nvPr/>
          </p:nvSpPr>
          <p:spPr>
            <a:xfrm>
              <a:off x="-2435025" y="-2631025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0"/>
            <p:cNvSpPr/>
            <p:nvPr/>
          </p:nvSpPr>
          <p:spPr>
            <a:xfrm>
              <a:off x="-3175450" y="-1887725"/>
              <a:ext cx="56675" cy="56925"/>
            </a:xfrm>
            <a:custGeom>
              <a:rect b="b" l="l" r="r" t="t"/>
              <a:pathLst>
                <a:path extrusionOk="0" h="2277" w="2267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1" name="Google Shape;351;p20"/>
          <p:cNvGrpSpPr/>
          <p:nvPr/>
        </p:nvGrpSpPr>
        <p:grpSpPr>
          <a:xfrm>
            <a:off x="7994347" y="735313"/>
            <a:ext cx="873188" cy="546900"/>
            <a:chOff x="1115510" y="4327288"/>
            <a:chExt cx="873188" cy="546900"/>
          </a:xfrm>
        </p:grpSpPr>
        <p:sp>
          <p:nvSpPr>
            <p:cNvPr id="352" name="Google Shape;352;p20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3" name="Google Shape;353;p20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354" name="Google Shape;354;p20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20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20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7" name="Google Shape;357;p20"/>
          <p:cNvGrpSpPr/>
          <p:nvPr/>
        </p:nvGrpSpPr>
        <p:grpSpPr>
          <a:xfrm flipH="1">
            <a:off x="6119781" y="4587350"/>
            <a:ext cx="713803" cy="706547"/>
            <a:chOff x="-4017975" y="616650"/>
            <a:chExt cx="814100" cy="805825"/>
          </a:xfrm>
        </p:grpSpPr>
        <p:sp>
          <p:nvSpPr>
            <p:cNvPr id="358" name="Google Shape;358;p20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0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0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0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" name="Google Shape;362;p20"/>
          <p:cNvGrpSpPr/>
          <p:nvPr/>
        </p:nvGrpSpPr>
        <p:grpSpPr>
          <a:xfrm>
            <a:off x="665435" y="-108237"/>
            <a:ext cx="1040638" cy="901375"/>
            <a:chOff x="948060" y="3972813"/>
            <a:chExt cx="1040638" cy="901375"/>
          </a:xfrm>
        </p:grpSpPr>
        <p:grpSp>
          <p:nvGrpSpPr>
            <p:cNvPr id="363" name="Google Shape;363;p20"/>
            <p:cNvGrpSpPr/>
            <p:nvPr/>
          </p:nvGrpSpPr>
          <p:grpSpPr>
            <a:xfrm flipH="1">
              <a:off x="948060" y="3972813"/>
              <a:ext cx="716725" cy="901375"/>
              <a:chOff x="-3888525" y="-2483300"/>
              <a:chExt cx="716725" cy="901375"/>
            </a:xfrm>
          </p:grpSpPr>
          <p:sp>
            <p:nvSpPr>
              <p:cNvPr id="364" name="Google Shape;364;p20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20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6" name="Google Shape;366;p20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367" name="Google Shape;367;p20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20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20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1"/>
          <p:cNvSpPr txBox="1"/>
          <p:nvPr>
            <p:ph type="title"/>
          </p:nvPr>
        </p:nvSpPr>
        <p:spPr>
          <a:xfrm>
            <a:off x="782850" y="1013625"/>
            <a:ext cx="3435300" cy="1305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2" name="Google Shape;372;p21"/>
          <p:cNvSpPr txBox="1"/>
          <p:nvPr>
            <p:ph idx="1" type="subTitle"/>
          </p:nvPr>
        </p:nvSpPr>
        <p:spPr>
          <a:xfrm>
            <a:off x="782850" y="2824875"/>
            <a:ext cx="3435300" cy="1305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373" name="Google Shape;373;p21"/>
          <p:cNvGrpSpPr/>
          <p:nvPr/>
        </p:nvGrpSpPr>
        <p:grpSpPr>
          <a:xfrm>
            <a:off x="8457538" y="810363"/>
            <a:ext cx="1040638" cy="901375"/>
            <a:chOff x="8457538" y="810363"/>
            <a:chExt cx="1040638" cy="901375"/>
          </a:xfrm>
        </p:grpSpPr>
        <p:grpSp>
          <p:nvGrpSpPr>
            <p:cNvPr id="374" name="Google Shape;374;p21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375" name="Google Shape;375;p21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21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7" name="Google Shape;377;p21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378" name="Google Shape;378;p21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21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21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2"/>
          <p:cNvSpPr txBox="1"/>
          <p:nvPr>
            <p:ph type="title"/>
          </p:nvPr>
        </p:nvSpPr>
        <p:spPr>
          <a:xfrm>
            <a:off x="782850" y="1941300"/>
            <a:ext cx="5137800" cy="1260900"/>
          </a:xfrm>
          <a:prstGeom prst="rect">
            <a:avLst/>
          </a:prstGeom>
          <a:noFill/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3"/>
          <p:cNvSpPr txBox="1"/>
          <p:nvPr>
            <p:ph hasCustomPrompt="1" type="title"/>
          </p:nvPr>
        </p:nvSpPr>
        <p:spPr>
          <a:xfrm>
            <a:off x="1267387" y="1365025"/>
            <a:ext cx="6609300" cy="14079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85" name="Google Shape;385;p23"/>
          <p:cNvSpPr txBox="1"/>
          <p:nvPr>
            <p:ph idx="1" type="subTitle"/>
          </p:nvPr>
        </p:nvSpPr>
        <p:spPr>
          <a:xfrm>
            <a:off x="1267375" y="3255875"/>
            <a:ext cx="6609300" cy="522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386" name="Google Shape;386;p23"/>
          <p:cNvGrpSpPr/>
          <p:nvPr/>
        </p:nvGrpSpPr>
        <p:grpSpPr>
          <a:xfrm flipH="1">
            <a:off x="6844388" y="3930543"/>
            <a:ext cx="1938846" cy="1720830"/>
            <a:chOff x="-1873362" y="2120543"/>
            <a:chExt cx="1938846" cy="1720830"/>
          </a:xfrm>
        </p:grpSpPr>
        <p:sp>
          <p:nvSpPr>
            <p:cNvPr id="387" name="Google Shape;387;p23"/>
            <p:cNvSpPr/>
            <p:nvPr/>
          </p:nvSpPr>
          <p:spPr>
            <a:xfrm>
              <a:off x="-1603307" y="2348270"/>
              <a:ext cx="752952" cy="979890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3"/>
            <p:cNvSpPr/>
            <p:nvPr/>
          </p:nvSpPr>
          <p:spPr>
            <a:xfrm>
              <a:off x="-880956" y="2326262"/>
              <a:ext cx="54822" cy="49978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3"/>
            <p:cNvSpPr/>
            <p:nvPr/>
          </p:nvSpPr>
          <p:spPr>
            <a:xfrm>
              <a:off x="-1248116" y="2840637"/>
              <a:ext cx="136036" cy="135772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3"/>
            <p:cNvSpPr/>
            <p:nvPr/>
          </p:nvSpPr>
          <p:spPr>
            <a:xfrm>
              <a:off x="-1524768" y="2679196"/>
              <a:ext cx="649512" cy="786446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3"/>
            <p:cNvSpPr/>
            <p:nvPr/>
          </p:nvSpPr>
          <p:spPr>
            <a:xfrm>
              <a:off x="-906383" y="2657342"/>
              <a:ext cx="53836" cy="49824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3"/>
            <p:cNvSpPr/>
            <p:nvPr/>
          </p:nvSpPr>
          <p:spPr>
            <a:xfrm>
              <a:off x="-1252039" y="2304737"/>
              <a:ext cx="241471" cy="240177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3"/>
            <p:cNvSpPr/>
            <p:nvPr/>
          </p:nvSpPr>
          <p:spPr>
            <a:xfrm>
              <a:off x="-1042397" y="2282795"/>
              <a:ext cx="56773" cy="49934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3"/>
            <p:cNvSpPr/>
            <p:nvPr/>
          </p:nvSpPr>
          <p:spPr>
            <a:xfrm>
              <a:off x="-1275516" y="2516813"/>
              <a:ext cx="54822" cy="49802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3"/>
            <p:cNvSpPr/>
            <p:nvPr/>
          </p:nvSpPr>
          <p:spPr>
            <a:xfrm>
              <a:off x="-1067824" y="3161765"/>
              <a:ext cx="659200" cy="657841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3"/>
            <p:cNvSpPr/>
            <p:nvPr/>
          </p:nvSpPr>
          <p:spPr>
            <a:xfrm>
              <a:off x="-676683" y="3289011"/>
              <a:ext cx="136014" cy="135772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3"/>
            <p:cNvSpPr/>
            <p:nvPr/>
          </p:nvSpPr>
          <p:spPr>
            <a:xfrm>
              <a:off x="-429382" y="3134825"/>
              <a:ext cx="53836" cy="50065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3"/>
            <p:cNvSpPr/>
            <p:nvPr/>
          </p:nvSpPr>
          <p:spPr>
            <a:xfrm>
              <a:off x="-1089349" y="3791702"/>
              <a:ext cx="49912" cy="49671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3"/>
            <p:cNvSpPr/>
            <p:nvPr/>
          </p:nvSpPr>
          <p:spPr>
            <a:xfrm>
              <a:off x="-864538" y="3079499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3"/>
            <p:cNvSpPr/>
            <p:nvPr/>
          </p:nvSpPr>
          <p:spPr>
            <a:xfrm>
              <a:off x="-1492721" y="3169086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3"/>
            <p:cNvSpPr/>
            <p:nvPr/>
          </p:nvSpPr>
          <p:spPr>
            <a:xfrm>
              <a:off x="-1581278" y="3795976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3"/>
            <p:cNvSpPr/>
            <p:nvPr/>
          </p:nvSpPr>
          <p:spPr>
            <a:xfrm>
              <a:off x="-1873362" y="2939014"/>
              <a:ext cx="480201" cy="479478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3"/>
            <p:cNvSpPr/>
            <p:nvPr/>
          </p:nvSpPr>
          <p:spPr>
            <a:xfrm>
              <a:off x="-414717" y="2120543"/>
              <a:ext cx="480201" cy="47989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3"/>
            <p:cNvSpPr/>
            <p:nvPr/>
          </p:nvSpPr>
          <p:spPr>
            <a:xfrm>
              <a:off x="-287757" y="2820734"/>
              <a:ext cx="217972" cy="209731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3"/>
            <p:cNvSpPr/>
            <p:nvPr/>
          </p:nvSpPr>
          <p:spPr>
            <a:xfrm>
              <a:off x="-221208" y="2878778"/>
              <a:ext cx="93204" cy="93467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6" name="Google Shape;406;p23"/>
          <p:cNvGrpSpPr/>
          <p:nvPr/>
        </p:nvGrpSpPr>
        <p:grpSpPr>
          <a:xfrm flipH="1">
            <a:off x="1408072" y="4117288"/>
            <a:ext cx="1929500" cy="2210100"/>
            <a:chOff x="295725" y="-3462825"/>
            <a:chExt cx="1929500" cy="2210100"/>
          </a:xfrm>
        </p:grpSpPr>
        <p:sp>
          <p:nvSpPr>
            <p:cNvPr id="407" name="Google Shape;407;p23"/>
            <p:cNvSpPr/>
            <p:nvPr/>
          </p:nvSpPr>
          <p:spPr>
            <a:xfrm>
              <a:off x="1089425" y="-3462825"/>
              <a:ext cx="700025" cy="959400"/>
            </a:xfrm>
            <a:custGeom>
              <a:rect b="b" l="l" r="r" t="t"/>
              <a:pathLst>
                <a:path extrusionOk="0" h="38376" w="28001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3"/>
            <p:cNvSpPr/>
            <p:nvPr/>
          </p:nvSpPr>
          <p:spPr>
            <a:xfrm>
              <a:off x="1064875" y="-2535525"/>
              <a:ext cx="56950" cy="56925"/>
            </a:xfrm>
            <a:custGeom>
              <a:rect b="b" l="l" r="r" t="t"/>
              <a:pathLst>
                <a:path extrusionOk="0" h="2277" w="2278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3"/>
            <p:cNvSpPr/>
            <p:nvPr/>
          </p:nvSpPr>
          <p:spPr>
            <a:xfrm>
              <a:off x="1212200" y="-2944175"/>
              <a:ext cx="869900" cy="1026350"/>
            </a:xfrm>
            <a:custGeom>
              <a:rect b="b" l="l" r="r" t="t"/>
              <a:pathLst>
                <a:path extrusionOk="0" h="41054" w="34796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3"/>
            <p:cNvSpPr/>
            <p:nvPr/>
          </p:nvSpPr>
          <p:spPr>
            <a:xfrm>
              <a:off x="1577675" y="-2592175"/>
              <a:ext cx="155125" cy="154875"/>
            </a:xfrm>
            <a:custGeom>
              <a:rect b="b" l="l" r="r" t="t"/>
              <a:pathLst>
                <a:path extrusionOk="0" h="6195" w="6205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3"/>
            <p:cNvSpPr/>
            <p:nvPr/>
          </p:nvSpPr>
          <p:spPr>
            <a:xfrm>
              <a:off x="1188475" y="-1949950"/>
              <a:ext cx="56950" cy="56950"/>
            </a:xfrm>
            <a:custGeom>
              <a:rect b="b" l="l" r="r" t="t"/>
              <a:pathLst>
                <a:path extrusionOk="0" h="2278" w="2278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3"/>
            <p:cNvSpPr/>
            <p:nvPr/>
          </p:nvSpPr>
          <p:spPr>
            <a:xfrm>
              <a:off x="2043025" y="-3122375"/>
              <a:ext cx="38525" cy="38650"/>
            </a:xfrm>
            <a:custGeom>
              <a:rect b="b" l="l" r="r" t="t"/>
              <a:pathLst>
                <a:path extrusionOk="0" h="1546" w="1541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3"/>
            <p:cNvSpPr/>
            <p:nvPr/>
          </p:nvSpPr>
          <p:spPr>
            <a:xfrm>
              <a:off x="1472200" y="-3028150"/>
              <a:ext cx="522225" cy="509375"/>
            </a:xfrm>
            <a:custGeom>
              <a:rect b="b" l="l" r="r" t="t"/>
              <a:pathLst>
                <a:path extrusionOk="0" h="20375" w="20889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3"/>
            <p:cNvSpPr/>
            <p:nvPr/>
          </p:nvSpPr>
          <p:spPr>
            <a:xfrm>
              <a:off x="1384050" y="-2463000"/>
              <a:ext cx="38250" cy="38250"/>
            </a:xfrm>
            <a:custGeom>
              <a:rect b="b" l="l" r="r" t="t"/>
              <a:pathLst>
                <a:path extrusionOk="0" h="1530" w="153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3"/>
            <p:cNvSpPr/>
            <p:nvPr/>
          </p:nvSpPr>
          <p:spPr>
            <a:xfrm>
              <a:off x="1108400" y="-3240375"/>
              <a:ext cx="38250" cy="38650"/>
            </a:xfrm>
            <a:custGeom>
              <a:rect b="b" l="l" r="r" t="t"/>
              <a:pathLst>
                <a:path extrusionOk="0" h="1546" w="153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3"/>
            <p:cNvSpPr/>
            <p:nvPr/>
          </p:nvSpPr>
          <p:spPr>
            <a:xfrm>
              <a:off x="537050" y="-3146175"/>
              <a:ext cx="522775" cy="509125"/>
            </a:xfrm>
            <a:custGeom>
              <a:rect b="b" l="l" r="r" t="t"/>
              <a:pathLst>
                <a:path extrusionOk="0" h="20365" w="20911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3"/>
            <p:cNvSpPr/>
            <p:nvPr/>
          </p:nvSpPr>
          <p:spPr>
            <a:xfrm>
              <a:off x="449150" y="-2581150"/>
              <a:ext cx="38250" cy="38375"/>
            </a:xfrm>
            <a:custGeom>
              <a:rect b="b" l="l" r="r" t="t"/>
              <a:pathLst>
                <a:path extrusionOk="0" h="1535" w="153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3"/>
            <p:cNvSpPr/>
            <p:nvPr/>
          </p:nvSpPr>
          <p:spPr>
            <a:xfrm>
              <a:off x="1636250" y="-2122350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3"/>
            <p:cNvSpPr/>
            <p:nvPr/>
          </p:nvSpPr>
          <p:spPr>
            <a:xfrm>
              <a:off x="1711575" y="-2197675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3"/>
            <p:cNvSpPr/>
            <p:nvPr/>
          </p:nvSpPr>
          <p:spPr>
            <a:xfrm>
              <a:off x="1786900" y="-2273000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3"/>
            <p:cNvSpPr/>
            <p:nvPr/>
          </p:nvSpPr>
          <p:spPr>
            <a:xfrm>
              <a:off x="1862225" y="-2348325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3"/>
            <p:cNvSpPr/>
            <p:nvPr/>
          </p:nvSpPr>
          <p:spPr>
            <a:xfrm>
              <a:off x="1937550" y="-2423950"/>
              <a:ext cx="137025" cy="25425"/>
            </a:xfrm>
            <a:custGeom>
              <a:rect b="b" l="l" r="r" t="t"/>
              <a:pathLst>
                <a:path extrusionOk="0" h="1017" w="5481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3"/>
            <p:cNvSpPr/>
            <p:nvPr/>
          </p:nvSpPr>
          <p:spPr>
            <a:xfrm>
              <a:off x="2013150" y="-2499275"/>
              <a:ext cx="136750" cy="25150"/>
            </a:xfrm>
            <a:custGeom>
              <a:rect b="b" l="l" r="r" t="t"/>
              <a:pathLst>
                <a:path extrusionOk="0" h="1006" w="547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3"/>
            <p:cNvSpPr/>
            <p:nvPr/>
          </p:nvSpPr>
          <p:spPr>
            <a:xfrm>
              <a:off x="2088500" y="-2574600"/>
              <a:ext cx="136725" cy="25150"/>
            </a:xfrm>
            <a:custGeom>
              <a:rect b="b" l="l" r="r" t="t"/>
              <a:pathLst>
                <a:path extrusionOk="0" h="1006" w="5469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3"/>
            <p:cNvSpPr/>
            <p:nvPr/>
          </p:nvSpPr>
          <p:spPr>
            <a:xfrm>
              <a:off x="463950" y="-2710950"/>
              <a:ext cx="548500" cy="546775"/>
            </a:xfrm>
            <a:custGeom>
              <a:rect b="b" l="l" r="r" t="t"/>
              <a:pathLst>
                <a:path extrusionOk="0" h="21871" w="2194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3"/>
            <p:cNvSpPr/>
            <p:nvPr/>
          </p:nvSpPr>
          <p:spPr>
            <a:xfrm>
              <a:off x="942975" y="-1800075"/>
              <a:ext cx="549225" cy="547350"/>
            </a:xfrm>
            <a:custGeom>
              <a:rect b="b" l="l" r="r" t="t"/>
              <a:pathLst>
                <a:path extrusionOk="0" h="21894" w="21969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3"/>
            <p:cNvSpPr/>
            <p:nvPr/>
          </p:nvSpPr>
          <p:spPr>
            <a:xfrm>
              <a:off x="295725" y="-2356925"/>
              <a:ext cx="548500" cy="547050"/>
            </a:xfrm>
            <a:custGeom>
              <a:rect b="b" l="l" r="r" t="t"/>
              <a:pathLst>
                <a:path extrusionOk="0" h="21882" w="2194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3"/>
            <p:cNvSpPr/>
            <p:nvPr/>
          </p:nvSpPr>
          <p:spPr>
            <a:xfrm>
              <a:off x="1774900" y="-1975200"/>
              <a:ext cx="248600" cy="239275"/>
            </a:xfrm>
            <a:custGeom>
              <a:rect b="b" l="l" r="r" t="t"/>
              <a:pathLst>
                <a:path extrusionOk="0" h="9571" w="9944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3"/>
            <p:cNvSpPr/>
            <p:nvPr/>
          </p:nvSpPr>
          <p:spPr>
            <a:xfrm>
              <a:off x="1850800" y="-1908650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3"/>
            <p:cNvSpPr/>
            <p:nvPr/>
          </p:nvSpPr>
          <p:spPr>
            <a:xfrm>
              <a:off x="735125" y="-2028925"/>
              <a:ext cx="184150" cy="157950"/>
            </a:xfrm>
            <a:custGeom>
              <a:rect b="b" l="l" r="r" t="t"/>
              <a:pathLst>
                <a:path extrusionOk="0" h="6318" w="7366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3"/>
            <p:cNvSpPr/>
            <p:nvPr/>
          </p:nvSpPr>
          <p:spPr>
            <a:xfrm>
              <a:off x="803475" y="-1984150"/>
              <a:ext cx="74500" cy="69000"/>
            </a:xfrm>
            <a:custGeom>
              <a:rect b="b" l="l" r="r" t="t"/>
              <a:pathLst>
                <a:path extrusionOk="0" h="2760" w="298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2" name="Google Shape;432;p23"/>
          <p:cNvGrpSpPr/>
          <p:nvPr/>
        </p:nvGrpSpPr>
        <p:grpSpPr>
          <a:xfrm flipH="1">
            <a:off x="6292047" y="-450687"/>
            <a:ext cx="1516025" cy="1489525"/>
            <a:chOff x="-3888525" y="-3012325"/>
            <a:chExt cx="1516025" cy="1489525"/>
          </a:xfrm>
        </p:grpSpPr>
        <p:sp>
          <p:nvSpPr>
            <p:cNvPr id="433" name="Google Shape;433;p23"/>
            <p:cNvSpPr/>
            <p:nvPr/>
          </p:nvSpPr>
          <p:spPr>
            <a:xfrm>
              <a:off x="-3076125" y="-3012325"/>
              <a:ext cx="38525" cy="38250"/>
            </a:xfrm>
            <a:custGeom>
              <a:rect b="b" l="l" r="r" t="t"/>
              <a:pathLst>
                <a:path extrusionOk="0" h="1530" w="1541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3"/>
            <p:cNvSpPr/>
            <p:nvPr/>
          </p:nvSpPr>
          <p:spPr>
            <a:xfrm>
              <a:off x="-3648325" y="-2918425"/>
              <a:ext cx="523950" cy="509300"/>
            </a:xfrm>
            <a:custGeom>
              <a:rect b="b" l="l" r="r" t="t"/>
              <a:pathLst>
                <a:path extrusionOk="0" h="20372" w="20958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3"/>
            <p:cNvSpPr/>
            <p:nvPr/>
          </p:nvSpPr>
          <p:spPr>
            <a:xfrm>
              <a:off x="-3742350" y="-2353475"/>
              <a:ext cx="53025" cy="38650"/>
            </a:xfrm>
            <a:custGeom>
              <a:rect b="b" l="l" r="r" t="t"/>
              <a:pathLst>
                <a:path extrusionOk="0" h="1546" w="2121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3"/>
            <p:cNvSpPr/>
            <p:nvPr/>
          </p:nvSpPr>
          <p:spPr>
            <a:xfrm>
              <a:off x="-3719475" y="-24833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3"/>
            <p:cNvSpPr/>
            <p:nvPr/>
          </p:nvSpPr>
          <p:spPr>
            <a:xfrm>
              <a:off x="-3888525" y="-2128825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3"/>
            <p:cNvSpPr/>
            <p:nvPr/>
          </p:nvSpPr>
          <p:spPr>
            <a:xfrm>
              <a:off x="-3626300" y="-1680825"/>
              <a:ext cx="184175" cy="158025"/>
            </a:xfrm>
            <a:custGeom>
              <a:rect b="b" l="l" r="r" t="t"/>
              <a:pathLst>
                <a:path extrusionOk="0" h="6321" w="7367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3"/>
            <p:cNvSpPr/>
            <p:nvPr/>
          </p:nvSpPr>
          <p:spPr>
            <a:xfrm>
              <a:off x="-3559050" y="-1636200"/>
              <a:ext cx="76175" cy="68900"/>
            </a:xfrm>
            <a:custGeom>
              <a:rect b="b" l="l" r="r" t="t"/>
              <a:pathLst>
                <a:path extrusionOk="0" h="2756" w="3047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-3151175" y="-2605875"/>
              <a:ext cx="752125" cy="750250"/>
            </a:xfrm>
            <a:custGeom>
              <a:rect b="b" l="l" r="r" t="t"/>
              <a:pathLst>
                <a:path extrusionOk="0" h="30010" w="30085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3"/>
            <p:cNvSpPr/>
            <p:nvPr/>
          </p:nvSpPr>
          <p:spPr>
            <a:xfrm>
              <a:off x="-2704800" y="-2461050"/>
              <a:ext cx="155150" cy="155150"/>
            </a:xfrm>
            <a:custGeom>
              <a:rect b="b" l="l" r="r" t="t"/>
              <a:pathLst>
                <a:path extrusionOk="0" h="6206" w="6206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3"/>
            <p:cNvSpPr/>
            <p:nvPr/>
          </p:nvSpPr>
          <p:spPr>
            <a:xfrm>
              <a:off x="-2435025" y="-2631025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3"/>
            <p:cNvSpPr/>
            <p:nvPr/>
          </p:nvSpPr>
          <p:spPr>
            <a:xfrm>
              <a:off x="-3175450" y="-1887725"/>
              <a:ext cx="56675" cy="56925"/>
            </a:xfrm>
            <a:custGeom>
              <a:rect b="b" l="l" r="r" t="t"/>
              <a:pathLst>
                <a:path extrusionOk="0" h="2277" w="2267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4" name="Google Shape;444;p23"/>
          <p:cNvGrpSpPr/>
          <p:nvPr/>
        </p:nvGrpSpPr>
        <p:grpSpPr>
          <a:xfrm flipH="1">
            <a:off x="-128787" y="-450682"/>
            <a:ext cx="1938846" cy="1720830"/>
            <a:chOff x="-1873362" y="2120543"/>
            <a:chExt cx="1938846" cy="1720830"/>
          </a:xfrm>
        </p:grpSpPr>
        <p:sp>
          <p:nvSpPr>
            <p:cNvPr id="445" name="Google Shape;445;p23"/>
            <p:cNvSpPr/>
            <p:nvPr/>
          </p:nvSpPr>
          <p:spPr>
            <a:xfrm>
              <a:off x="-1603307" y="2348270"/>
              <a:ext cx="752952" cy="979890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3"/>
            <p:cNvSpPr/>
            <p:nvPr/>
          </p:nvSpPr>
          <p:spPr>
            <a:xfrm>
              <a:off x="-880956" y="2326262"/>
              <a:ext cx="54822" cy="49978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3"/>
            <p:cNvSpPr/>
            <p:nvPr/>
          </p:nvSpPr>
          <p:spPr>
            <a:xfrm>
              <a:off x="-1248116" y="2840637"/>
              <a:ext cx="136036" cy="135772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-1524768" y="2679196"/>
              <a:ext cx="649512" cy="786446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3"/>
            <p:cNvSpPr/>
            <p:nvPr/>
          </p:nvSpPr>
          <p:spPr>
            <a:xfrm>
              <a:off x="-906383" y="2657342"/>
              <a:ext cx="53836" cy="49824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3"/>
            <p:cNvSpPr/>
            <p:nvPr/>
          </p:nvSpPr>
          <p:spPr>
            <a:xfrm>
              <a:off x="-1252039" y="2304737"/>
              <a:ext cx="241471" cy="240177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3"/>
            <p:cNvSpPr/>
            <p:nvPr/>
          </p:nvSpPr>
          <p:spPr>
            <a:xfrm>
              <a:off x="-1042397" y="2282795"/>
              <a:ext cx="56773" cy="49934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3"/>
            <p:cNvSpPr/>
            <p:nvPr/>
          </p:nvSpPr>
          <p:spPr>
            <a:xfrm>
              <a:off x="-1275516" y="2516813"/>
              <a:ext cx="54822" cy="49802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3"/>
            <p:cNvSpPr/>
            <p:nvPr/>
          </p:nvSpPr>
          <p:spPr>
            <a:xfrm>
              <a:off x="-1067824" y="3161765"/>
              <a:ext cx="659200" cy="657841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3"/>
            <p:cNvSpPr/>
            <p:nvPr/>
          </p:nvSpPr>
          <p:spPr>
            <a:xfrm>
              <a:off x="-676683" y="3289011"/>
              <a:ext cx="136014" cy="135772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3"/>
            <p:cNvSpPr/>
            <p:nvPr/>
          </p:nvSpPr>
          <p:spPr>
            <a:xfrm>
              <a:off x="-429382" y="3134825"/>
              <a:ext cx="53836" cy="50065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3"/>
            <p:cNvSpPr/>
            <p:nvPr/>
          </p:nvSpPr>
          <p:spPr>
            <a:xfrm>
              <a:off x="-1089349" y="3791702"/>
              <a:ext cx="49912" cy="49671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3"/>
            <p:cNvSpPr/>
            <p:nvPr/>
          </p:nvSpPr>
          <p:spPr>
            <a:xfrm>
              <a:off x="-864538" y="3079499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3"/>
            <p:cNvSpPr/>
            <p:nvPr/>
          </p:nvSpPr>
          <p:spPr>
            <a:xfrm>
              <a:off x="-1492721" y="3169086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3"/>
            <p:cNvSpPr/>
            <p:nvPr/>
          </p:nvSpPr>
          <p:spPr>
            <a:xfrm>
              <a:off x="-1581278" y="3795976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3"/>
            <p:cNvSpPr/>
            <p:nvPr/>
          </p:nvSpPr>
          <p:spPr>
            <a:xfrm>
              <a:off x="-1873362" y="2939014"/>
              <a:ext cx="480201" cy="479478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3"/>
            <p:cNvSpPr/>
            <p:nvPr/>
          </p:nvSpPr>
          <p:spPr>
            <a:xfrm>
              <a:off x="-414717" y="2120543"/>
              <a:ext cx="480201" cy="47989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3"/>
            <p:cNvSpPr/>
            <p:nvPr/>
          </p:nvSpPr>
          <p:spPr>
            <a:xfrm>
              <a:off x="-287757" y="2820734"/>
              <a:ext cx="217972" cy="209731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3"/>
            <p:cNvSpPr/>
            <p:nvPr/>
          </p:nvSpPr>
          <p:spPr>
            <a:xfrm>
              <a:off x="-221208" y="2878778"/>
              <a:ext cx="93204" cy="93467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2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5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7" name="Google Shape;467;p25"/>
          <p:cNvSpPr txBox="1"/>
          <p:nvPr>
            <p:ph hasCustomPrompt="1" idx="2" type="title"/>
          </p:nvPr>
        </p:nvSpPr>
        <p:spPr>
          <a:xfrm flipH="1">
            <a:off x="1033550" y="1377577"/>
            <a:ext cx="9405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1" sz="4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68" name="Google Shape;468;p25"/>
          <p:cNvSpPr txBox="1"/>
          <p:nvPr>
            <p:ph idx="1" type="subTitle"/>
          </p:nvPr>
        </p:nvSpPr>
        <p:spPr>
          <a:xfrm>
            <a:off x="1033550" y="2480675"/>
            <a:ext cx="2636100" cy="381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9" name="Google Shape;469;p25"/>
          <p:cNvSpPr txBox="1"/>
          <p:nvPr>
            <p:ph idx="3" type="subTitle"/>
          </p:nvPr>
        </p:nvSpPr>
        <p:spPr>
          <a:xfrm>
            <a:off x="1033550" y="1945416"/>
            <a:ext cx="31929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0" name="Google Shape;470;p25"/>
          <p:cNvSpPr txBox="1"/>
          <p:nvPr>
            <p:ph hasCustomPrompt="1" idx="4" type="title"/>
          </p:nvPr>
        </p:nvSpPr>
        <p:spPr>
          <a:xfrm flipH="1">
            <a:off x="1033525" y="3039450"/>
            <a:ext cx="9405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1" sz="4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71" name="Google Shape;471;p25"/>
          <p:cNvSpPr txBox="1"/>
          <p:nvPr>
            <p:ph idx="5" type="subTitle"/>
          </p:nvPr>
        </p:nvSpPr>
        <p:spPr>
          <a:xfrm>
            <a:off x="1033550" y="4167677"/>
            <a:ext cx="2636100" cy="381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2" name="Google Shape;472;p25"/>
          <p:cNvSpPr txBox="1"/>
          <p:nvPr>
            <p:ph idx="6" type="subTitle"/>
          </p:nvPr>
        </p:nvSpPr>
        <p:spPr>
          <a:xfrm>
            <a:off x="1033550" y="3613450"/>
            <a:ext cx="31929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3" name="Google Shape;473;p25"/>
          <p:cNvSpPr txBox="1"/>
          <p:nvPr>
            <p:ph hasCustomPrompt="1" idx="7" type="title"/>
          </p:nvPr>
        </p:nvSpPr>
        <p:spPr>
          <a:xfrm flipH="1">
            <a:off x="7169950" y="1377578"/>
            <a:ext cx="9405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b="1" sz="4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74" name="Google Shape;474;p25"/>
          <p:cNvSpPr txBox="1"/>
          <p:nvPr>
            <p:ph idx="8" type="subTitle"/>
          </p:nvPr>
        </p:nvSpPr>
        <p:spPr>
          <a:xfrm>
            <a:off x="5474325" y="2480675"/>
            <a:ext cx="2636100" cy="381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5" name="Google Shape;475;p25"/>
          <p:cNvSpPr txBox="1"/>
          <p:nvPr>
            <p:ph idx="9" type="subTitle"/>
          </p:nvPr>
        </p:nvSpPr>
        <p:spPr>
          <a:xfrm>
            <a:off x="4917550" y="1945416"/>
            <a:ext cx="31929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6" name="Google Shape;476;p25"/>
          <p:cNvSpPr txBox="1"/>
          <p:nvPr>
            <p:ph hasCustomPrompt="1" idx="13" type="title"/>
          </p:nvPr>
        </p:nvSpPr>
        <p:spPr>
          <a:xfrm flipH="1">
            <a:off x="7169950" y="3039450"/>
            <a:ext cx="9405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b="1" sz="4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77" name="Google Shape;477;p25"/>
          <p:cNvSpPr txBox="1"/>
          <p:nvPr>
            <p:ph idx="14" type="subTitle"/>
          </p:nvPr>
        </p:nvSpPr>
        <p:spPr>
          <a:xfrm>
            <a:off x="5474325" y="4167677"/>
            <a:ext cx="2636100" cy="381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8" name="Google Shape;478;p25"/>
          <p:cNvSpPr txBox="1"/>
          <p:nvPr>
            <p:ph idx="15" type="subTitle"/>
          </p:nvPr>
        </p:nvSpPr>
        <p:spPr>
          <a:xfrm>
            <a:off x="4917550" y="3613450"/>
            <a:ext cx="31929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479" name="Google Shape;479;p25"/>
          <p:cNvGrpSpPr/>
          <p:nvPr/>
        </p:nvGrpSpPr>
        <p:grpSpPr>
          <a:xfrm>
            <a:off x="-969899" y="3989306"/>
            <a:ext cx="1803578" cy="1558580"/>
            <a:chOff x="-969899" y="3989306"/>
            <a:chExt cx="1803578" cy="1558580"/>
          </a:xfrm>
        </p:grpSpPr>
        <p:grpSp>
          <p:nvGrpSpPr>
            <p:cNvPr id="480" name="Google Shape;480;p25"/>
            <p:cNvGrpSpPr/>
            <p:nvPr/>
          </p:nvGrpSpPr>
          <p:grpSpPr>
            <a:xfrm>
              <a:off x="-699845" y="4032775"/>
              <a:ext cx="777174" cy="1001897"/>
              <a:chOff x="-699845" y="4032775"/>
              <a:chExt cx="777174" cy="1001897"/>
            </a:xfrm>
          </p:grpSpPr>
          <p:sp>
            <p:nvSpPr>
              <p:cNvPr id="481" name="Google Shape;481;p25"/>
              <p:cNvSpPr/>
              <p:nvPr/>
            </p:nvSpPr>
            <p:spPr>
              <a:xfrm>
                <a:off x="-699845" y="4054782"/>
                <a:ext cx="752952" cy="979890"/>
              </a:xfrm>
              <a:custGeom>
                <a:rect b="b" l="l" r="r" t="t"/>
                <a:pathLst>
                  <a:path extrusionOk="0" h="44703" w="34350">
                    <a:moveTo>
                      <a:pt x="34205" y="1"/>
                    </a:moveTo>
                    <a:cubicBezTo>
                      <a:pt x="34169" y="1"/>
                      <a:pt x="34132" y="15"/>
                      <a:pt x="34104" y="43"/>
                    </a:cubicBezTo>
                    <a:lnTo>
                      <a:pt x="23425" y="10722"/>
                    </a:lnTo>
                    <a:cubicBezTo>
                      <a:pt x="23402" y="10745"/>
                      <a:pt x="23391" y="10778"/>
                      <a:pt x="23391" y="10823"/>
                    </a:cubicBezTo>
                    <a:lnTo>
                      <a:pt x="23391" y="21168"/>
                    </a:lnTo>
                    <a:lnTo>
                      <a:pt x="90" y="44468"/>
                    </a:lnTo>
                    <a:cubicBezTo>
                      <a:pt x="1" y="44558"/>
                      <a:pt x="68" y="44703"/>
                      <a:pt x="191" y="44703"/>
                    </a:cubicBezTo>
                    <a:cubicBezTo>
                      <a:pt x="224" y="44703"/>
                      <a:pt x="258" y="44692"/>
                      <a:pt x="291" y="44669"/>
                    </a:cubicBezTo>
                    <a:lnTo>
                      <a:pt x="23626" y="21324"/>
                    </a:lnTo>
                    <a:cubicBezTo>
                      <a:pt x="23648" y="21301"/>
                      <a:pt x="23670" y="21257"/>
                      <a:pt x="23670" y="21223"/>
                    </a:cubicBezTo>
                    <a:lnTo>
                      <a:pt x="23670" y="10879"/>
                    </a:lnTo>
                    <a:lnTo>
                      <a:pt x="34305" y="244"/>
                    </a:lnTo>
                    <a:cubicBezTo>
                      <a:pt x="34350" y="188"/>
                      <a:pt x="34350" y="98"/>
                      <a:pt x="34305" y="43"/>
                    </a:cubicBezTo>
                    <a:cubicBezTo>
                      <a:pt x="34277" y="15"/>
                      <a:pt x="34241" y="1"/>
                      <a:pt x="34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25"/>
              <p:cNvSpPr/>
              <p:nvPr/>
            </p:nvSpPr>
            <p:spPr>
              <a:xfrm>
                <a:off x="22507" y="4032775"/>
                <a:ext cx="54822" cy="49978"/>
              </a:xfrm>
              <a:custGeom>
                <a:rect b="b" l="l" r="r" t="t"/>
                <a:pathLst>
                  <a:path extrusionOk="0" h="2280" w="2501">
                    <a:moveTo>
                      <a:pt x="1248" y="0"/>
                    </a:moveTo>
                    <a:cubicBezTo>
                      <a:pt x="738" y="0"/>
                      <a:pt x="270" y="354"/>
                      <a:pt x="146" y="879"/>
                    </a:cubicBezTo>
                    <a:cubicBezTo>
                      <a:pt x="1" y="1493"/>
                      <a:pt x="380" y="2107"/>
                      <a:pt x="994" y="2252"/>
                    </a:cubicBezTo>
                    <a:cubicBezTo>
                      <a:pt x="1077" y="2270"/>
                      <a:pt x="1161" y="2279"/>
                      <a:pt x="1243" y="2279"/>
                    </a:cubicBezTo>
                    <a:cubicBezTo>
                      <a:pt x="1757" y="2279"/>
                      <a:pt x="2231" y="1933"/>
                      <a:pt x="2356" y="1404"/>
                    </a:cubicBezTo>
                    <a:cubicBezTo>
                      <a:pt x="2501" y="790"/>
                      <a:pt x="2121" y="176"/>
                      <a:pt x="1507" y="31"/>
                    </a:cubicBezTo>
                    <a:cubicBezTo>
                      <a:pt x="1421" y="10"/>
                      <a:pt x="1334" y="0"/>
                      <a:pt x="12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25"/>
              <p:cNvSpPr/>
              <p:nvPr/>
            </p:nvSpPr>
            <p:spPr>
              <a:xfrm>
                <a:off x="-344653" y="4547149"/>
                <a:ext cx="136036" cy="135772"/>
              </a:xfrm>
              <a:custGeom>
                <a:rect b="b" l="l" r="r" t="t"/>
                <a:pathLst>
                  <a:path extrusionOk="0" h="6194" w="6206">
                    <a:moveTo>
                      <a:pt x="6149" y="0"/>
                    </a:moveTo>
                    <a:lnTo>
                      <a:pt x="1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4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84" name="Google Shape;484;p25"/>
            <p:cNvSpPr/>
            <p:nvPr/>
          </p:nvSpPr>
          <p:spPr>
            <a:xfrm>
              <a:off x="-621306" y="4385709"/>
              <a:ext cx="649512" cy="786446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5"/>
            <p:cNvSpPr/>
            <p:nvPr/>
          </p:nvSpPr>
          <p:spPr>
            <a:xfrm>
              <a:off x="-2920" y="4363854"/>
              <a:ext cx="53836" cy="49824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5"/>
            <p:cNvSpPr/>
            <p:nvPr/>
          </p:nvSpPr>
          <p:spPr>
            <a:xfrm>
              <a:off x="-348577" y="4011249"/>
              <a:ext cx="241471" cy="240177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5"/>
            <p:cNvSpPr/>
            <p:nvPr/>
          </p:nvSpPr>
          <p:spPr>
            <a:xfrm>
              <a:off x="-138934" y="3989307"/>
              <a:ext cx="56773" cy="49934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5"/>
            <p:cNvSpPr/>
            <p:nvPr/>
          </p:nvSpPr>
          <p:spPr>
            <a:xfrm>
              <a:off x="-372053" y="4223325"/>
              <a:ext cx="54822" cy="49802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5"/>
            <p:cNvSpPr/>
            <p:nvPr/>
          </p:nvSpPr>
          <p:spPr>
            <a:xfrm>
              <a:off x="-164361" y="4868277"/>
              <a:ext cx="659200" cy="657841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5"/>
            <p:cNvSpPr/>
            <p:nvPr/>
          </p:nvSpPr>
          <p:spPr>
            <a:xfrm>
              <a:off x="226779" y="4995523"/>
              <a:ext cx="136014" cy="135772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5"/>
            <p:cNvSpPr/>
            <p:nvPr/>
          </p:nvSpPr>
          <p:spPr>
            <a:xfrm>
              <a:off x="474081" y="4841338"/>
              <a:ext cx="53836" cy="50065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5"/>
            <p:cNvSpPr/>
            <p:nvPr/>
          </p:nvSpPr>
          <p:spPr>
            <a:xfrm>
              <a:off x="-185887" y="5498214"/>
              <a:ext cx="49912" cy="49671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5"/>
            <p:cNvSpPr/>
            <p:nvPr/>
          </p:nvSpPr>
          <p:spPr>
            <a:xfrm>
              <a:off x="38925" y="4786012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5"/>
            <p:cNvSpPr/>
            <p:nvPr/>
          </p:nvSpPr>
          <p:spPr>
            <a:xfrm>
              <a:off x="-589259" y="4875599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5"/>
            <p:cNvSpPr/>
            <p:nvPr/>
          </p:nvSpPr>
          <p:spPr>
            <a:xfrm>
              <a:off x="-677815" y="5502489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5"/>
            <p:cNvSpPr/>
            <p:nvPr/>
          </p:nvSpPr>
          <p:spPr>
            <a:xfrm>
              <a:off x="-969899" y="4645526"/>
              <a:ext cx="480201" cy="479478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5"/>
            <p:cNvSpPr/>
            <p:nvPr/>
          </p:nvSpPr>
          <p:spPr>
            <a:xfrm>
              <a:off x="289933" y="3989306"/>
              <a:ext cx="480201" cy="47989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5"/>
            <p:cNvSpPr/>
            <p:nvPr/>
          </p:nvSpPr>
          <p:spPr>
            <a:xfrm>
              <a:off x="615706" y="4527246"/>
              <a:ext cx="217972" cy="209731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5"/>
            <p:cNvSpPr/>
            <p:nvPr/>
          </p:nvSpPr>
          <p:spPr>
            <a:xfrm>
              <a:off x="682255" y="4585290"/>
              <a:ext cx="93204" cy="93467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0" name="Google Shape;500;p25"/>
          <p:cNvGrpSpPr/>
          <p:nvPr/>
        </p:nvGrpSpPr>
        <p:grpSpPr>
          <a:xfrm flipH="1">
            <a:off x="-74415" y="391900"/>
            <a:ext cx="1040638" cy="901375"/>
            <a:chOff x="948060" y="3972813"/>
            <a:chExt cx="1040638" cy="901375"/>
          </a:xfrm>
        </p:grpSpPr>
        <p:grpSp>
          <p:nvGrpSpPr>
            <p:cNvPr id="501" name="Google Shape;501;p25"/>
            <p:cNvGrpSpPr/>
            <p:nvPr/>
          </p:nvGrpSpPr>
          <p:grpSpPr>
            <a:xfrm flipH="1">
              <a:off x="948060" y="3972813"/>
              <a:ext cx="716725" cy="901375"/>
              <a:chOff x="-3888525" y="-2483300"/>
              <a:chExt cx="716725" cy="901375"/>
            </a:xfrm>
          </p:grpSpPr>
          <p:sp>
            <p:nvSpPr>
              <p:cNvPr id="502" name="Google Shape;502;p25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25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4" name="Google Shape;504;p25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505" name="Google Shape;505;p25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25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25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08" name="Google Shape;508;p25"/>
          <p:cNvGrpSpPr/>
          <p:nvPr/>
        </p:nvGrpSpPr>
        <p:grpSpPr>
          <a:xfrm>
            <a:off x="8530769" y="1433443"/>
            <a:ext cx="1019565" cy="1290805"/>
            <a:chOff x="-4017975" y="-49702"/>
            <a:chExt cx="1162825" cy="1472177"/>
          </a:xfrm>
        </p:grpSpPr>
        <p:sp>
          <p:nvSpPr>
            <p:cNvPr id="509" name="Google Shape;509;p25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5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5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5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5"/>
            <p:cNvSpPr/>
            <p:nvPr/>
          </p:nvSpPr>
          <p:spPr>
            <a:xfrm>
              <a:off x="-3633259" y="-49702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5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5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6"/>
          <p:cNvSpPr txBox="1"/>
          <p:nvPr>
            <p:ph type="title"/>
          </p:nvPr>
        </p:nvSpPr>
        <p:spPr>
          <a:xfrm>
            <a:off x="1940550" y="3438075"/>
            <a:ext cx="5262900" cy="363000"/>
          </a:xfrm>
          <a:prstGeom prst="rect">
            <a:avLst/>
          </a:prstGeom>
          <a:noFill/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b="1"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8" name="Google Shape;518;p26"/>
          <p:cNvSpPr txBox="1"/>
          <p:nvPr>
            <p:ph idx="1" type="subTitle"/>
          </p:nvPr>
        </p:nvSpPr>
        <p:spPr>
          <a:xfrm>
            <a:off x="1940550" y="1342425"/>
            <a:ext cx="5262900" cy="1592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519" name="Google Shape;519;p26"/>
          <p:cNvGrpSpPr/>
          <p:nvPr/>
        </p:nvGrpSpPr>
        <p:grpSpPr>
          <a:xfrm>
            <a:off x="8103363" y="1111063"/>
            <a:ext cx="1040638" cy="901375"/>
            <a:chOff x="8457538" y="810363"/>
            <a:chExt cx="1040638" cy="901375"/>
          </a:xfrm>
        </p:grpSpPr>
        <p:grpSp>
          <p:nvGrpSpPr>
            <p:cNvPr id="520" name="Google Shape;520;p26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521" name="Google Shape;521;p26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26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3" name="Google Shape;523;p26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524" name="Google Shape;524;p26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26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26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27" name="Google Shape;527;p26"/>
          <p:cNvGrpSpPr/>
          <p:nvPr/>
        </p:nvGrpSpPr>
        <p:grpSpPr>
          <a:xfrm>
            <a:off x="214269" y="2098393"/>
            <a:ext cx="1019565" cy="1290805"/>
            <a:chOff x="-4017975" y="-49702"/>
            <a:chExt cx="1162825" cy="1472177"/>
          </a:xfrm>
        </p:grpSpPr>
        <p:sp>
          <p:nvSpPr>
            <p:cNvPr id="528" name="Google Shape;528;p26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6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6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6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6"/>
            <p:cNvSpPr/>
            <p:nvPr/>
          </p:nvSpPr>
          <p:spPr>
            <a:xfrm>
              <a:off x="-3633259" y="-49702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6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6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4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7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537" name="Google Shape;537;p27"/>
          <p:cNvGrpSpPr/>
          <p:nvPr/>
        </p:nvGrpSpPr>
        <p:grpSpPr>
          <a:xfrm>
            <a:off x="8289922" y="1760200"/>
            <a:ext cx="1369850" cy="1342825"/>
            <a:chOff x="-3742350" y="-3012325"/>
            <a:chExt cx="1369850" cy="1342825"/>
          </a:xfrm>
        </p:grpSpPr>
        <p:sp>
          <p:nvSpPr>
            <p:cNvPr id="538" name="Google Shape;538;p27"/>
            <p:cNvSpPr/>
            <p:nvPr/>
          </p:nvSpPr>
          <p:spPr>
            <a:xfrm>
              <a:off x="-3076125" y="-3012325"/>
              <a:ext cx="38525" cy="38250"/>
            </a:xfrm>
            <a:custGeom>
              <a:rect b="b" l="l" r="r" t="t"/>
              <a:pathLst>
                <a:path extrusionOk="0" h="1530" w="1541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7"/>
            <p:cNvSpPr/>
            <p:nvPr/>
          </p:nvSpPr>
          <p:spPr>
            <a:xfrm>
              <a:off x="-3648325" y="-2918425"/>
              <a:ext cx="523950" cy="509300"/>
            </a:xfrm>
            <a:custGeom>
              <a:rect b="b" l="l" r="r" t="t"/>
              <a:pathLst>
                <a:path extrusionOk="0" h="20372" w="20958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7"/>
            <p:cNvSpPr/>
            <p:nvPr/>
          </p:nvSpPr>
          <p:spPr>
            <a:xfrm>
              <a:off x="-3742350" y="-2353475"/>
              <a:ext cx="53025" cy="38650"/>
            </a:xfrm>
            <a:custGeom>
              <a:rect b="b" l="l" r="r" t="t"/>
              <a:pathLst>
                <a:path extrusionOk="0" h="1546" w="2121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7"/>
            <p:cNvSpPr/>
            <p:nvPr/>
          </p:nvSpPr>
          <p:spPr>
            <a:xfrm>
              <a:off x="-3470900" y="-26570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7"/>
            <p:cNvSpPr/>
            <p:nvPr/>
          </p:nvSpPr>
          <p:spPr>
            <a:xfrm>
              <a:off x="-3720275" y="-2216400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7"/>
            <p:cNvSpPr/>
            <p:nvPr/>
          </p:nvSpPr>
          <p:spPr>
            <a:xfrm>
              <a:off x="-2825862" y="-2936687"/>
              <a:ext cx="184175" cy="158025"/>
            </a:xfrm>
            <a:custGeom>
              <a:rect b="b" l="l" r="r" t="t"/>
              <a:pathLst>
                <a:path extrusionOk="0" h="6321" w="7367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7"/>
            <p:cNvSpPr/>
            <p:nvPr/>
          </p:nvSpPr>
          <p:spPr>
            <a:xfrm>
              <a:off x="-2758612" y="-2892062"/>
              <a:ext cx="76175" cy="68900"/>
            </a:xfrm>
            <a:custGeom>
              <a:rect b="b" l="l" r="r" t="t"/>
              <a:pathLst>
                <a:path extrusionOk="0" h="2756" w="3047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7"/>
            <p:cNvSpPr/>
            <p:nvPr/>
          </p:nvSpPr>
          <p:spPr>
            <a:xfrm>
              <a:off x="-3151175" y="-2605875"/>
              <a:ext cx="752125" cy="750250"/>
            </a:xfrm>
            <a:custGeom>
              <a:rect b="b" l="l" r="r" t="t"/>
              <a:pathLst>
                <a:path extrusionOk="0" h="30010" w="30085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7"/>
            <p:cNvSpPr/>
            <p:nvPr/>
          </p:nvSpPr>
          <p:spPr>
            <a:xfrm>
              <a:off x="-2704800" y="-2461050"/>
              <a:ext cx="155150" cy="155150"/>
            </a:xfrm>
            <a:custGeom>
              <a:rect b="b" l="l" r="r" t="t"/>
              <a:pathLst>
                <a:path extrusionOk="0" h="6206" w="6206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7"/>
            <p:cNvSpPr/>
            <p:nvPr/>
          </p:nvSpPr>
          <p:spPr>
            <a:xfrm>
              <a:off x="-2435025" y="-2631025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7"/>
            <p:cNvSpPr/>
            <p:nvPr/>
          </p:nvSpPr>
          <p:spPr>
            <a:xfrm>
              <a:off x="-3175450" y="-1887725"/>
              <a:ext cx="56675" cy="56925"/>
            </a:xfrm>
            <a:custGeom>
              <a:rect b="b" l="l" r="r" t="t"/>
              <a:pathLst>
                <a:path extrusionOk="0" h="2277" w="2267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9" name="Google Shape;549;p27"/>
          <p:cNvGrpSpPr/>
          <p:nvPr/>
        </p:nvGrpSpPr>
        <p:grpSpPr>
          <a:xfrm>
            <a:off x="-275103" y="120400"/>
            <a:ext cx="1369850" cy="1342825"/>
            <a:chOff x="-3742350" y="-3012325"/>
            <a:chExt cx="1369850" cy="1342825"/>
          </a:xfrm>
        </p:grpSpPr>
        <p:sp>
          <p:nvSpPr>
            <p:cNvPr id="550" name="Google Shape;550;p27"/>
            <p:cNvSpPr/>
            <p:nvPr/>
          </p:nvSpPr>
          <p:spPr>
            <a:xfrm>
              <a:off x="-3076125" y="-3012325"/>
              <a:ext cx="38525" cy="38250"/>
            </a:xfrm>
            <a:custGeom>
              <a:rect b="b" l="l" r="r" t="t"/>
              <a:pathLst>
                <a:path extrusionOk="0" h="1530" w="1541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7"/>
            <p:cNvSpPr/>
            <p:nvPr/>
          </p:nvSpPr>
          <p:spPr>
            <a:xfrm>
              <a:off x="-3648325" y="-2918425"/>
              <a:ext cx="523950" cy="509300"/>
            </a:xfrm>
            <a:custGeom>
              <a:rect b="b" l="l" r="r" t="t"/>
              <a:pathLst>
                <a:path extrusionOk="0" h="20372" w="20958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7"/>
            <p:cNvSpPr/>
            <p:nvPr/>
          </p:nvSpPr>
          <p:spPr>
            <a:xfrm>
              <a:off x="-3742350" y="-2353475"/>
              <a:ext cx="53025" cy="38650"/>
            </a:xfrm>
            <a:custGeom>
              <a:rect b="b" l="l" r="r" t="t"/>
              <a:pathLst>
                <a:path extrusionOk="0" h="1546" w="2121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7"/>
            <p:cNvSpPr/>
            <p:nvPr/>
          </p:nvSpPr>
          <p:spPr>
            <a:xfrm>
              <a:off x="-3470900" y="-26570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7"/>
            <p:cNvSpPr/>
            <p:nvPr/>
          </p:nvSpPr>
          <p:spPr>
            <a:xfrm>
              <a:off x="-3720275" y="-2216400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7"/>
            <p:cNvSpPr/>
            <p:nvPr/>
          </p:nvSpPr>
          <p:spPr>
            <a:xfrm>
              <a:off x="-2825862" y="-2936687"/>
              <a:ext cx="184175" cy="158025"/>
            </a:xfrm>
            <a:custGeom>
              <a:rect b="b" l="l" r="r" t="t"/>
              <a:pathLst>
                <a:path extrusionOk="0" h="6321" w="7367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7"/>
            <p:cNvSpPr/>
            <p:nvPr/>
          </p:nvSpPr>
          <p:spPr>
            <a:xfrm>
              <a:off x="-2758612" y="-2892062"/>
              <a:ext cx="76175" cy="68900"/>
            </a:xfrm>
            <a:custGeom>
              <a:rect b="b" l="l" r="r" t="t"/>
              <a:pathLst>
                <a:path extrusionOk="0" h="2756" w="3047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7"/>
            <p:cNvSpPr/>
            <p:nvPr/>
          </p:nvSpPr>
          <p:spPr>
            <a:xfrm>
              <a:off x="-3151175" y="-2605875"/>
              <a:ext cx="752125" cy="750250"/>
            </a:xfrm>
            <a:custGeom>
              <a:rect b="b" l="l" r="r" t="t"/>
              <a:pathLst>
                <a:path extrusionOk="0" h="30010" w="30085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7"/>
            <p:cNvSpPr/>
            <p:nvPr/>
          </p:nvSpPr>
          <p:spPr>
            <a:xfrm>
              <a:off x="-2704800" y="-2461050"/>
              <a:ext cx="155150" cy="155150"/>
            </a:xfrm>
            <a:custGeom>
              <a:rect b="b" l="l" r="r" t="t"/>
              <a:pathLst>
                <a:path extrusionOk="0" h="6206" w="6206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7"/>
            <p:cNvSpPr/>
            <p:nvPr/>
          </p:nvSpPr>
          <p:spPr>
            <a:xfrm>
              <a:off x="-2435025" y="-2631025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7"/>
            <p:cNvSpPr/>
            <p:nvPr/>
          </p:nvSpPr>
          <p:spPr>
            <a:xfrm>
              <a:off x="-3175450" y="-1887725"/>
              <a:ext cx="56675" cy="56925"/>
            </a:xfrm>
            <a:custGeom>
              <a:rect b="b" l="l" r="r" t="t"/>
              <a:pathLst>
                <a:path extrusionOk="0" h="2277" w="2267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1" name="Google Shape;561;p27"/>
          <p:cNvGrpSpPr/>
          <p:nvPr/>
        </p:nvGrpSpPr>
        <p:grpSpPr>
          <a:xfrm>
            <a:off x="7444085" y="-614062"/>
            <a:ext cx="1040637" cy="901375"/>
            <a:chOff x="7772485" y="-345137"/>
            <a:chExt cx="1040637" cy="901375"/>
          </a:xfrm>
        </p:grpSpPr>
        <p:grpSp>
          <p:nvGrpSpPr>
            <p:cNvPr id="562" name="Google Shape;562;p27"/>
            <p:cNvGrpSpPr/>
            <p:nvPr/>
          </p:nvGrpSpPr>
          <p:grpSpPr>
            <a:xfrm>
              <a:off x="8096397" y="-345137"/>
              <a:ext cx="716725" cy="901375"/>
              <a:chOff x="-3888525" y="-2483300"/>
              <a:chExt cx="716725" cy="901375"/>
            </a:xfrm>
          </p:grpSpPr>
          <p:sp>
            <p:nvSpPr>
              <p:cNvPr id="563" name="Google Shape;563;p27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27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5" name="Google Shape;565;p27"/>
            <p:cNvGrpSpPr/>
            <p:nvPr/>
          </p:nvGrpSpPr>
          <p:grpSpPr>
            <a:xfrm>
              <a:off x="7772485" y="175988"/>
              <a:ext cx="323925" cy="323650"/>
              <a:chOff x="1608625" y="299800"/>
              <a:chExt cx="323925" cy="323650"/>
            </a:xfrm>
          </p:grpSpPr>
          <p:sp>
            <p:nvSpPr>
              <p:cNvPr id="566" name="Google Shape;566;p27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27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27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4_1"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8"/>
          <p:cNvSpPr txBox="1"/>
          <p:nvPr>
            <p:ph type="title"/>
          </p:nvPr>
        </p:nvSpPr>
        <p:spPr>
          <a:xfrm>
            <a:off x="782850" y="556250"/>
            <a:ext cx="7578300" cy="495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571" name="Google Shape;571;p28"/>
          <p:cNvGrpSpPr/>
          <p:nvPr/>
        </p:nvGrpSpPr>
        <p:grpSpPr>
          <a:xfrm>
            <a:off x="7771338" y="4403813"/>
            <a:ext cx="1040638" cy="901375"/>
            <a:chOff x="8457538" y="810363"/>
            <a:chExt cx="1040638" cy="901375"/>
          </a:xfrm>
        </p:grpSpPr>
        <p:grpSp>
          <p:nvGrpSpPr>
            <p:cNvPr id="572" name="Google Shape;572;p28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573" name="Google Shape;573;p28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p28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5" name="Google Shape;575;p28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576" name="Google Shape;576;p28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28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28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79" name="Google Shape;579;p28"/>
          <p:cNvGrpSpPr/>
          <p:nvPr/>
        </p:nvGrpSpPr>
        <p:grpSpPr>
          <a:xfrm>
            <a:off x="7771359" y="4167517"/>
            <a:ext cx="761479" cy="750124"/>
            <a:chOff x="-642191" y="1634242"/>
            <a:chExt cx="761479" cy="750124"/>
          </a:xfrm>
        </p:grpSpPr>
        <p:sp>
          <p:nvSpPr>
            <p:cNvPr id="580" name="Google Shape;580;p28"/>
            <p:cNvSpPr/>
            <p:nvPr/>
          </p:nvSpPr>
          <p:spPr>
            <a:xfrm rot="10800000">
              <a:off x="-642191" y="2350719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8"/>
            <p:cNvSpPr/>
            <p:nvPr/>
          </p:nvSpPr>
          <p:spPr>
            <a:xfrm rot="10800000">
              <a:off x="-553634" y="1723763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8"/>
            <p:cNvSpPr/>
            <p:nvPr/>
          </p:nvSpPr>
          <p:spPr>
            <a:xfrm rot="10800000">
              <a:off x="78166" y="1634242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3" name="Google Shape;583;p28"/>
          <p:cNvGrpSpPr/>
          <p:nvPr/>
        </p:nvGrpSpPr>
        <p:grpSpPr>
          <a:xfrm>
            <a:off x="330444" y="-221875"/>
            <a:ext cx="713803" cy="706547"/>
            <a:chOff x="-4017975" y="616650"/>
            <a:chExt cx="814100" cy="805825"/>
          </a:xfrm>
        </p:grpSpPr>
        <p:sp>
          <p:nvSpPr>
            <p:cNvPr id="584" name="Google Shape;584;p28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28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28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28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5"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9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29"/>
          <p:cNvSpPr txBox="1"/>
          <p:nvPr>
            <p:ph idx="1" type="subTitle"/>
          </p:nvPr>
        </p:nvSpPr>
        <p:spPr>
          <a:xfrm>
            <a:off x="782850" y="2955251"/>
            <a:ext cx="2311200" cy="7662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1" name="Google Shape;591;p29"/>
          <p:cNvSpPr txBox="1"/>
          <p:nvPr>
            <p:ph idx="2" type="subTitle"/>
          </p:nvPr>
        </p:nvSpPr>
        <p:spPr>
          <a:xfrm>
            <a:off x="782850" y="2538925"/>
            <a:ext cx="23112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2" name="Google Shape;592;p29"/>
          <p:cNvSpPr txBox="1"/>
          <p:nvPr>
            <p:ph idx="3" type="subTitle"/>
          </p:nvPr>
        </p:nvSpPr>
        <p:spPr>
          <a:xfrm>
            <a:off x="3416400" y="2955251"/>
            <a:ext cx="2311200" cy="7662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3" name="Google Shape;593;p29"/>
          <p:cNvSpPr txBox="1"/>
          <p:nvPr>
            <p:ph idx="4" type="subTitle"/>
          </p:nvPr>
        </p:nvSpPr>
        <p:spPr>
          <a:xfrm>
            <a:off x="3416400" y="2538925"/>
            <a:ext cx="23112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4" name="Google Shape;594;p29"/>
          <p:cNvSpPr txBox="1"/>
          <p:nvPr>
            <p:ph idx="5" type="subTitle"/>
          </p:nvPr>
        </p:nvSpPr>
        <p:spPr>
          <a:xfrm>
            <a:off x="6049950" y="2955251"/>
            <a:ext cx="2311200" cy="7662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5" name="Google Shape;595;p29"/>
          <p:cNvSpPr txBox="1"/>
          <p:nvPr>
            <p:ph idx="6" type="subTitle"/>
          </p:nvPr>
        </p:nvSpPr>
        <p:spPr>
          <a:xfrm>
            <a:off x="6049950" y="2538925"/>
            <a:ext cx="23112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596" name="Google Shape;596;p29"/>
          <p:cNvGrpSpPr/>
          <p:nvPr/>
        </p:nvGrpSpPr>
        <p:grpSpPr>
          <a:xfrm>
            <a:off x="-382087" y="624425"/>
            <a:ext cx="1040638" cy="901375"/>
            <a:chOff x="8457538" y="810363"/>
            <a:chExt cx="1040638" cy="901375"/>
          </a:xfrm>
        </p:grpSpPr>
        <p:grpSp>
          <p:nvGrpSpPr>
            <p:cNvPr id="597" name="Google Shape;597;p29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598" name="Google Shape;598;p29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29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0" name="Google Shape;600;p29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601" name="Google Shape;601;p29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29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29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04" name="Google Shape;604;p29"/>
          <p:cNvGrpSpPr/>
          <p:nvPr/>
        </p:nvGrpSpPr>
        <p:grpSpPr>
          <a:xfrm rot="10800000">
            <a:off x="8274244" y="624418"/>
            <a:ext cx="1803578" cy="1592367"/>
            <a:chOff x="-4912150" y="-393637"/>
            <a:chExt cx="2057000" cy="1816112"/>
          </a:xfrm>
        </p:grpSpPr>
        <p:sp>
          <p:nvSpPr>
            <p:cNvPr id="605" name="Google Shape;605;p29"/>
            <p:cNvSpPr/>
            <p:nvPr/>
          </p:nvSpPr>
          <p:spPr>
            <a:xfrm>
              <a:off x="-4604150" y="-280425"/>
              <a:ext cx="858750" cy="1117575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9"/>
            <p:cNvSpPr/>
            <p:nvPr/>
          </p:nvSpPr>
          <p:spPr>
            <a:xfrm>
              <a:off x="-3780300" y="-305525"/>
              <a:ext cx="62525" cy="57000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9"/>
            <p:cNvSpPr/>
            <p:nvPr/>
          </p:nvSpPr>
          <p:spPr>
            <a:xfrm>
              <a:off x="-4199050" y="281125"/>
              <a:ext cx="155150" cy="154850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9"/>
            <p:cNvSpPr/>
            <p:nvPr/>
          </p:nvSpPr>
          <p:spPr>
            <a:xfrm>
              <a:off x="-4514575" y="97000"/>
              <a:ext cx="740775" cy="896950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9"/>
            <p:cNvSpPr/>
            <p:nvPr/>
          </p:nvSpPr>
          <p:spPr>
            <a:xfrm>
              <a:off x="-3809300" y="72075"/>
              <a:ext cx="61400" cy="56825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9"/>
            <p:cNvSpPr/>
            <p:nvPr/>
          </p:nvSpPr>
          <p:spPr>
            <a:xfrm>
              <a:off x="-4203525" y="-330075"/>
              <a:ext cx="275400" cy="273925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9"/>
            <p:cNvSpPr/>
            <p:nvPr/>
          </p:nvSpPr>
          <p:spPr>
            <a:xfrm>
              <a:off x="-3964425" y="-355100"/>
              <a:ext cx="64750" cy="56950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9"/>
            <p:cNvSpPr/>
            <p:nvPr/>
          </p:nvSpPr>
          <p:spPr>
            <a:xfrm>
              <a:off x="-4230300" y="-88200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9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9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9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9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9"/>
            <p:cNvSpPr/>
            <p:nvPr/>
          </p:nvSpPr>
          <p:spPr>
            <a:xfrm>
              <a:off x="-3761575" y="553550"/>
              <a:ext cx="51025" cy="38375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9"/>
            <p:cNvSpPr/>
            <p:nvPr/>
          </p:nvSpPr>
          <p:spPr>
            <a:xfrm>
              <a:off x="-4478025" y="655725"/>
              <a:ext cx="666475" cy="651250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9"/>
            <p:cNvSpPr/>
            <p:nvPr/>
          </p:nvSpPr>
          <p:spPr>
            <a:xfrm>
              <a:off x="-4579025" y="1370700"/>
              <a:ext cx="46900" cy="38375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29"/>
            <p:cNvSpPr/>
            <p:nvPr/>
          </p:nvSpPr>
          <p:spPr>
            <a:xfrm>
              <a:off x="-4912150" y="393325"/>
              <a:ext cx="547675" cy="546850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9"/>
            <p:cNvSpPr/>
            <p:nvPr/>
          </p:nvSpPr>
          <p:spPr>
            <a:xfrm>
              <a:off x="-3508415" y="-393637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9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9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4" name="Google Shape;624;p29"/>
          <p:cNvGrpSpPr/>
          <p:nvPr/>
        </p:nvGrpSpPr>
        <p:grpSpPr>
          <a:xfrm rot="10800000">
            <a:off x="1179219" y="4287293"/>
            <a:ext cx="1803578" cy="1592367"/>
            <a:chOff x="-4912150" y="-393637"/>
            <a:chExt cx="2057000" cy="1816112"/>
          </a:xfrm>
        </p:grpSpPr>
        <p:sp>
          <p:nvSpPr>
            <p:cNvPr id="625" name="Google Shape;625;p29"/>
            <p:cNvSpPr/>
            <p:nvPr/>
          </p:nvSpPr>
          <p:spPr>
            <a:xfrm>
              <a:off x="-4604150" y="-280425"/>
              <a:ext cx="858750" cy="1117575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29"/>
            <p:cNvSpPr/>
            <p:nvPr/>
          </p:nvSpPr>
          <p:spPr>
            <a:xfrm>
              <a:off x="-3780300" y="-305525"/>
              <a:ext cx="62525" cy="57000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9"/>
            <p:cNvSpPr/>
            <p:nvPr/>
          </p:nvSpPr>
          <p:spPr>
            <a:xfrm>
              <a:off x="-4199050" y="281125"/>
              <a:ext cx="155150" cy="154850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29"/>
            <p:cNvSpPr/>
            <p:nvPr/>
          </p:nvSpPr>
          <p:spPr>
            <a:xfrm>
              <a:off x="-4514575" y="97000"/>
              <a:ext cx="740775" cy="896950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29"/>
            <p:cNvSpPr/>
            <p:nvPr/>
          </p:nvSpPr>
          <p:spPr>
            <a:xfrm>
              <a:off x="-3809300" y="72075"/>
              <a:ext cx="61400" cy="56825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9"/>
            <p:cNvSpPr/>
            <p:nvPr/>
          </p:nvSpPr>
          <p:spPr>
            <a:xfrm>
              <a:off x="-4203525" y="-330075"/>
              <a:ext cx="275400" cy="273925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9"/>
            <p:cNvSpPr/>
            <p:nvPr/>
          </p:nvSpPr>
          <p:spPr>
            <a:xfrm>
              <a:off x="-3964425" y="-355100"/>
              <a:ext cx="64750" cy="56950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9"/>
            <p:cNvSpPr/>
            <p:nvPr/>
          </p:nvSpPr>
          <p:spPr>
            <a:xfrm>
              <a:off x="-4230300" y="-88200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9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9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9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29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9"/>
            <p:cNvSpPr/>
            <p:nvPr/>
          </p:nvSpPr>
          <p:spPr>
            <a:xfrm>
              <a:off x="-3761575" y="553550"/>
              <a:ext cx="51025" cy="38375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9"/>
            <p:cNvSpPr/>
            <p:nvPr/>
          </p:nvSpPr>
          <p:spPr>
            <a:xfrm>
              <a:off x="-4478025" y="655725"/>
              <a:ext cx="666475" cy="651250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9"/>
            <p:cNvSpPr/>
            <p:nvPr/>
          </p:nvSpPr>
          <p:spPr>
            <a:xfrm>
              <a:off x="-4579025" y="1370700"/>
              <a:ext cx="46900" cy="38375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29"/>
            <p:cNvSpPr/>
            <p:nvPr/>
          </p:nvSpPr>
          <p:spPr>
            <a:xfrm>
              <a:off x="-4912150" y="393325"/>
              <a:ext cx="547675" cy="546850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9"/>
            <p:cNvSpPr/>
            <p:nvPr/>
          </p:nvSpPr>
          <p:spPr>
            <a:xfrm>
              <a:off x="-3508415" y="-393637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9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9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_1"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0"/>
          <p:cNvSpPr txBox="1"/>
          <p:nvPr>
            <p:ph type="title"/>
          </p:nvPr>
        </p:nvSpPr>
        <p:spPr>
          <a:xfrm flipH="1"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6" name="Google Shape;646;p30"/>
          <p:cNvSpPr txBox="1"/>
          <p:nvPr>
            <p:ph idx="1" type="subTitle"/>
          </p:nvPr>
        </p:nvSpPr>
        <p:spPr>
          <a:xfrm>
            <a:off x="1589125" y="2349175"/>
            <a:ext cx="2541000" cy="521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7" name="Google Shape;647;p30"/>
          <p:cNvSpPr txBox="1"/>
          <p:nvPr>
            <p:ph idx="2" type="subTitle"/>
          </p:nvPr>
        </p:nvSpPr>
        <p:spPr>
          <a:xfrm>
            <a:off x="1589125" y="2011200"/>
            <a:ext cx="25410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8" name="Google Shape;648;p30"/>
          <p:cNvSpPr txBox="1"/>
          <p:nvPr>
            <p:ph idx="3" type="subTitle"/>
          </p:nvPr>
        </p:nvSpPr>
        <p:spPr>
          <a:xfrm>
            <a:off x="5013850" y="2351975"/>
            <a:ext cx="2541000" cy="521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9" name="Google Shape;649;p30"/>
          <p:cNvSpPr txBox="1"/>
          <p:nvPr>
            <p:ph idx="4" type="subTitle"/>
          </p:nvPr>
        </p:nvSpPr>
        <p:spPr>
          <a:xfrm>
            <a:off x="5013850" y="2014000"/>
            <a:ext cx="25410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0" name="Google Shape;650;p30"/>
          <p:cNvSpPr txBox="1"/>
          <p:nvPr>
            <p:ph idx="5" type="subTitle"/>
          </p:nvPr>
        </p:nvSpPr>
        <p:spPr>
          <a:xfrm>
            <a:off x="1589125" y="3960125"/>
            <a:ext cx="2541000" cy="521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1" name="Google Shape;651;p30"/>
          <p:cNvSpPr txBox="1"/>
          <p:nvPr>
            <p:ph idx="6" type="subTitle"/>
          </p:nvPr>
        </p:nvSpPr>
        <p:spPr>
          <a:xfrm>
            <a:off x="1589125" y="3622150"/>
            <a:ext cx="25410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2" name="Google Shape;652;p30"/>
          <p:cNvSpPr txBox="1"/>
          <p:nvPr>
            <p:ph idx="7" type="subTitle"/>
          </p:nvPr>
        </p:nvSpPr>
        <p:spPr>
          <a:xfrm>
            <a:off x="5013850" y="3960098"/>
            <a:ext cx="2541000" cy="521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3" name="Google Shape;653;p30"/>
          <p:cNvSpPr txBox="1"/>
          <p:nvPr>
            <p:ph idx="8" type="subTitle"/>
          </p:nvPr>
        </p:nvSpPr>
        <p:spPr>
          <a:xfrm>
            <a:off x="5013850" y="3622123"/>
            <a:ext cx="25410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654" name="Google Shape;654;p30"/>
          <p:cNvGrpSpPr/>
          <p:nvPr/>
        </p:nvGrpSpPr>
        <p:grpSpPr>
          <a:xfrm flipH="1">
            <a:off x="205972" y="3517863"/>
            <a:ext cx="873188" cy="546900"/>
            <a:chOff x="1115510" y="4327288"/>
            <a:chExt cx="873188" cy="546900"/>
          </a:xfrm>
        </p:grpSpPr>
        <p:sp>
          <p:nvSpPr>
            <p:cNvPr id="655" name="Google Shape;655;p30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6" name="Google Shape;656;p30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657" name="Google Shape;657;p30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30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30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60" name="Google Shape;660;p30"/>
          <p:cNvGrpSpPr/>
          <p:nvPr/>
        </p:nvGrpSpPr>
        <p:grpSpPr>
          <a:xfrm>
            <a:off x="-234937" y="-460907"/>
            <a:ext cx="1938846" cy="1720830"/>
            <a:chOff x="-1873362" y="2120543"/>
            <a:chExt cx="1938846" cy="1720830"/>
          </a:xfrm>
        </p:grpSpPr>
        <p:sp>
          <p:nvSpPr>
            <p:cNvPr id="661" name="Google Shape;661;p30"/>
            <p:cNvSpPr/>
            <p:nvPr/>
          </p:nvSpPr>
          <p:spPr>
            <a:xfrm>
              <a:off x="-1603307" y="2348270"/>
              <a:ext cx="752952" cy="979890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30"/>
            <p:cNvSpPr/>
            <p:nvPr/>
          </p:nvSpPr>
          <p:spPr>
            <a:xfrm>
              <a:off x="-880956" y="2326262"/>
              <a:ext cx="54822" cy="49978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30"/>
            <p:cNvSpPr/>
            <p:nvPr/>
          </p:nvSpPr>
          <p:spPr>
            <a:xfrm>
              <a:off x="-1248116" y="2840637"/>
              <a:ext cx="136036" cy="135772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30"/>
            <p:cNvSpPr/>
            <p:nvPr/>
          </p:nvSpPr>
          <p:spPr>
            <a:xfrm>
              <a:off x="-1524768" y="2679196"/>
              <a:ext cx="649512" cy="786446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30"/>
            <p:cNvSpPr/>
            <p:nvPr/>
          </p:nvSpPr>
          <p:spPr>
            <a:xfrm>
              <a:off x="-906383" y="2657342"/>
              <a:ext cx="53836" cy="49824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30"/>
            <p:cNvSpPr/>
            <p:nvPr/>
          </p:nvSpPr>
          <p:spPr>
            <a:xfrm>
              <a:off x="-1252039" y="2304737"/>
              <a:ext cx="241471" cy="240177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30"/>
            <p:cNvSpPr/>
            <p:nvPr/>
          </p:nvSpPr>
          <p:spPr>
            <a:xfrm>
              <a:off x="-1042397" y="2282795"/>
              <a:ext cx="56773" cy="49934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30"/>
            <p:cNvSpPr/>
            <p:nvPr/>
          </p:nvSpPr>
          <p:spPr>
            <a:xfrm>
              <a:off x="-1275516" y="2516813"/>
              <a:ext cx="54822" cy="49802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30"/>
            <p:cNvSpPr/>
            <p:nvPr/>
          </p:nvSpPr>
          <p:spPr>
            <a:xfrm>
              <a:off x="-1067824" y="3161765"/>
              <a:ext cx="659200" cy="657841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30"/>
            <p:cNvSpPr/>
            <p:nvPr/>
          </p:nvSpPr>
          <p:spPr>
            <a:xfrm>
              <a:off x="-676683" y="3289011"/>
              <a:ext cx="136014" cy="135772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30"/>
            <p:cNvSpPr/>
            <p:nvPr/>
          </p:nvSpPr>
          <p:spPr>
            <a:xfrm>
              <a:off x="-429382" y="3134825"/>
              <a:ext cx="53836" cy="50065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30"/>
            <p:cNvSpPr/>
            <p:nvPr/>
          </p:nvSpPr>
          <p:spPr>
            <a:xfrm>
              <a:off x="-1089349" y="3791702"/>
              <a:ext cx="49912" cy="49671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30"/>
            <p:cNvSpPr/>
            <p:nvPr/>
          </p:nvSpPr>
          <p:spPr>
            <a:xfrm>
              <a:off x="-864538" y="3079499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0"/>
            <p:cNvSpPr/>
            <p:nvPr/>
          </p:nvSpPr>
          <p:spPr>
            <a:xfrm>
              <a:off x="-1492721" y="3169086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30"/>
            <p:cNvSpPr/>
            <p:nvPr/>
          </p:nvSpPr>
          <p:spPr>
            <a:xfrm>
              <a:off x="-1581278" y="3795976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30"/>
            <p:cNvSpPr/>
            <p:nvPr/>
          </p:nvSpPr>
          <p:spPr>
            <a:xfrm>
              <a:off x="-1873362" y="2939014"/>
              <a:ext cx="480201" cy="479478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0"/>
            <p:cNvSpPr/>
            <p:nvPr/>
          </p:nvSpPr>
          <p:spPr>
            <a:xfrm>
              <a:off x="-414717" y="2120543"/>
              <a:ext cx="480201" cy="47989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30"/>
            <p:cNvSpPr/>
            <p:nvPr/>
          </p:nvSpPr>
          <p:spPr>
            <a:xfrm>
              <a:off x="-287757" y="2820734"/>
              <a:ext cx="217972" cy="209731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30"/>
            <p:cNvSpPr/>
            <p:nvPr/>
          </p:nvSpPr>
          <p:spPr>
            <a:xfrm>
              <a:off x="-221208" y="2878778"/>
              <a:ext cx="93204" cy="93467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0" name="Google Shape;680;p30"/>
          <p:cNvGrpSpPr/>
          <p:nvPr/>
        </p:nvGrpSpPr>
        <p:grpSpPr>
          <a:xfrm>
            <a:off x="7932072" y="2686300"/>
            <a:ext cx="1929500" cy="2210100"/>
            <a:chOff x="295725" y="-3462825"/>
            <a:chExt cx="1929500" cy="2210100"/>
          </a:xfrm>
        </p:grpSpPr>
        <p:sp>
          <p:nvSpPr>
            <p:cNvPr id="681" name="Google Shape;681;p30"/>
            <p:cNvSpPr/>
            <p:nvPr/>
          </p:nvSpPr>
          <p:spPr>
            <a:xfrm>
              <a:off x="1089425" y="-3462825"/>
              <a:ext cx="700025" cy="959400"/>
            </a:xfrm>
            <a:custGeom>
              <a:rect b="b" l="l" r="r" t="t"/>
              <a:pathLst>
                <a:path extrusionOk="0" h="38376" w="28001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0"/>
            <p:cNvSpPr/>
            <p:nvPr/>
          </p:nvSpPr>
          <p:spPr>
            <a:xfrm>
              <a:off x="1064875" y="-2535525"/>
              <a:ext cx="56950" cy="56925"/>
            </a:xfrm>
            <a:custGeom>
              <a:rect b="b" l="l" r="r" t="t"/>
              <a:pathLst>
                <a:path extrusionOk="0" h="2277" w="2278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30"/>
            <p:cNvSpPr/>
            <p:nvPr/>
          </p:nvSpPr>
          <p:spPr>
            <a:xfrm>
              <a:off x="1212200" y="-2944175"/>
              <a:ext cx="869900" cy="1026350"/>
            </a:xfrm>
            <a:custGeom>
              <a:rect b="b" l="l" r="r" t="t"/>
              <a:pathLst>
                <a:path extrusionOk="0" h="41054" w="34796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30"/>
            <p:cNvSpPr/>
            <p:nvPr/>
          </p:nvSpPr>
          <p:spPr>
            <a:xfrm>
              <a:off x="1577675" y="-2592175"/>
              <a:ext cx="155125" cy="154875"/>
            </a:xfrm>
            <a:custGeom>
              <a:rect b="b" l="l" r="r" t="t"/>
              <a:pathLst>
                <a:path extrusionOk="0" h="6195" w="6205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0"/>
            <p:cNvSpPr/>
            <p:nvPr/>
          </p:nvSpPr>
          <p:spPr>
            <a:xfrm>
              <a:off x="1188475" y="-1949950"/>
              <a:ext cx="56950" cy="56950"/>
            </a:xfrm>
            <a:custGeom>
              <a:rect b="b" l="l" r="r" t="t"/>
              <a:pathLst>
                <a:path extrusionOk="0" h="2278" w="2278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0"/>
            <p:cNvSpPr/>
            <p:nvPr/>
          </p:nvSpPr>
          <p:spPr>
            <a:xfrm>
              <a:off x="2043025" y="-3122375"/>
              <a:ext cx="38525" cy="38650"/>
            </a:xfrm>
            <a:custGeom>
              <a:rect b="b" l="l" r="r" t="t"/>
              <a:pathLst>
                <a:path extrusionOk="0" h="1546" w="1541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30"/>
            <p:cNvSpPr/>
            <p:nvPr/>
          </p:nvSpPr>
          <p:spPr>
            <a:xfrm>
              <a:off x="1472200" y="-3028150"/>
              <a:ext cx="522225" cy="509375"/>
            </a:xfrm>
            <a:custGeom>
              <a:rect b="b" l="l" r="r" t="t"/>
              <a:pathLst>
                <a:path extrusionOk="0" h="20375" w="20889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30"/>
            <p:cNvSpPr/>
            <p:nvPr/>
          </p:nvSpPr>
          <p:spPr>
            <a:xfrm>
              <a:off x="1384050" y="-2463000"/>
              <a:ext cx="38250" cy="38250"/>
            </a:xfrm>
            <a:custGeom>
              <a:rect b="b" l="l" r="r" t="t"/>
              <a:pathLst>
                <a:path extrusionOk="0" h="1530" w="153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0"/>
            <p:cNvSpPr/>
            <p:nvPr/>
          </p:nvSpPr>
          <p:spPr>
            <a:xfrm>
              <a:off x="1108400" y="-3240375"/>
              <a:ext cx="38250" cy="38650"/>
            </a:xfrm>
            <a:custGeom>
              <a:rect b="b" l="l" r="r" t="t"/>
              <a:pathLst>
                <a:path extrusionOk="0" h="1546" w="153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0"/>
            <p:cNvSpPr/>
            <p:nvPr/>
          </p:nvSpPr>
          <p:spPr>
            <a:xfrm>
              <a:off x="537050" y="-3146175"/>
              <a:ext cx="522775" cy="509125"/>
            </a:xfrm>
            <a:custGeom>
              <a:rect b="b" l="l" r="r" t="t"/>
              <a:pathLst>
                <a:path extrusionOk="0" h="20365" w="20911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30"/>
            <p:cNvSpPr/>
            <p:nvPr/>
          </p:nvSpPr>
          <p:spPr>
            <a:xfrm>
              <a:off x="449150" y="-2581150"/>
              <a:ext cx="38250" cy="38375"/>
            </a:xfrm>
            <a:custGeom>
              <a:rect b="b" l="l" r="r" t="t"/>
              <a:pathLst>
                <a:path extrusionOk="0" h="1535" w="153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30"/>
            <p:cNvSpPr/>
            <p:nvPr/>
          </p:nvSpPr>
          <p:spPr>
            <a:xfrm>
              <a:off x="1636250" y="-2122350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0"/>
            <p:cNvSpPr/>
            <p:nvPr/>
          </p:nvSpPr>
          <p:spPr>
            <a:xfrm>
              <a:off x="1711575" y="-2197675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0"/>
            <p:cNvSpPr/>
            <p:nvPr/>
          </p:nvSpPr>
          <p:spPr>
            <a:xfrm>
              <a:off x="1786900" y="-2273000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30"/>
            <p:cNvSpPr/>
            <p:nvPr/>
          </p:nvSpPr>
          <p:spPr>
            <a:xfrm>
              <a:off x="1862225" y="-2348325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30"/>
            <p:cNvSpPr/>
            <p:nvPr/>
          </p:nvSpPr>
          <p:spPr>
            <a:xfrm>
              <a:off x="1937550" y="-2423950"/>
              <a:ext cx="137025" cy="25425"/>
            </a:xfrm>
            <a:custGeom>
              <a:rect b="b" l="l" r="r" t="t"/>
              <a:pathLst>
                <a:path extrusionOk="0" h="1017" w="5481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30"/>
            <p:cNvSpPr/>
            <p:nvPr/>
          </p:nvSpPr>
          <p:spPr>
            <a:xfrm>
              <a:off x="2013150" y="-2499275"/>
              <a:ext cx="136750" cy="25150"/>
            </a:xfrm>
            <a:custGeom>
              <a:rect b="b" l="l" r="r" t="t"/>
              <a:pathLst>
                <a:path extrusionOk="0" h="1006" w="547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30"/>
            <p:cNvSpPr/>
            <p:nvPr/>
          </p:nvSpPr>
          <p:spPr>
            <a:xfrm>
              <a:off x="2088500" y="-2574600"/>
              <a:ext cx="136725" cy="25150"/>
            </a:xfrm>
            <a:custGeom>
              <a:rect b="b" l="l" r="r" t="t"/>
              <a:pathLst>
                <a:path extrusionOk="0" h="1006" w="5469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0"/>
            <p:cNvSpPr/>
            <p:nvPr/>
          </p:nvSpPr>
          <p:spPr>
            <a:xfrm>
              <a:off x="463950" y="-2710950"/>
              <a:ext cx="548500" cy="546775"/>
            </a:xfrm>
            <a:custGeom>
              <a:rect b="b" l="l" r="r" t="t"/>
              <a:pathLst>
                <a:path extrusionOk="0" h="21871" w="2194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30"/>
            <p:cNvSpPr/>
            <p:nvPr/>
          </p:nvSpPr>
          <p:spPr>
            <a:xfrm>
              <a:off x="942975" y="-1800075"/>
              <a:ext cx="549225" cy="547350"/>
            </a:xfrm>
            <a:custGeom>
              <a:rect b="b" l="l" r="r" t="t"/>
              <a:pathLst>
                <a:path extrusionOk="0" h="21894" w="21969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30"/>
            <p:cNvSpPr/>
            <p:nvPr/>
          </p:nvSpPr>
          <p:spPr>
            <a:xfrm>
              <a:off x="295725" y="-2356925"/>
              <a:ext cx="548500" cy="547050"/>
            </a:xfrm>
            <a:custGeom>
              <a:rect b="b" l="l" r="r" t="t"/>
              <a:pathLst>
                <a:path extrusionOk="0" h="21882" w="2194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30"/>
            <p:cNvSpPr/>
            <p:nvPr/>
          </p:nvSpPr>
          <p:spPr>
            <a:xfrm>
              <a:off x="1774900" y="-1975200"/>
              <a:ext cx="248600" cy="239275"/>
            </a:xfrm>
            <a:custGeom>
              <a:rect b="b" l="l" r="r" t="t"/>
              <a:pathLst>
                <a:path extrusionOk="0" h="9571" w="9944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0"/>
            <p:cNvSpPr/>
            <p:nvPr/>
          </p:nvSpPr>
          <p:spPr>
            <a:xfrm>
              <a:off x="1850800" y="-1908650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0"/>
            <p:cNvSpPr/>
            <p:nvPr/>
          </p:nvSpPr>
          <p:spPr>
            <a:xfrm>
              <a:off x="735125" y="-2028925"/>
              <a:ext cx="184150" cy="157950"/>
            </a:xfrm>
            <a:custGeom>
              <a:rect b="b" l="l" r="r" t="t"/>
              <a:pathLst>
                <a:path extrusionOk="0" h="6318" w="7366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0"/>
            <p:cNvSpPr/>
            <p:nvPr/>
          </p:nvSpPr>
          <p:spPr>
            <a:xfrm>
              <a:off x="803475" y="-1984150"/>
              <a:ext cx="74500" cy="69000"/>
            </a:xfrm>
            <a:custGeom>
              <a:rect b="b" l="l" r="r" t="t"/>
              <a:pathLst>
                <a:path extrusionOk="0" h="2760" w="298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_1_1"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31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8" name="Google Shape;708;p31"/>
          <p:cNvSpPr txBox="1"/>
          <p:nvPr>
            <p:ph idx="1" type="subTitle"/>
          </p:nvPr>
        </p:nvSpPr>
        <p:spPr>
          <a:xfrm>
            <a:off x="785913" y="2088550"/>
            <a:ext cx="2287800" cy="762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9" name="Google Shape;709;p31"/>
          <p:cNvSpPr txBox="1"/>
          <p:nvPr>
            <p:ph idx="2" type="subTitle"/>
          </p:nvPr>
        </p:nvSpPr>
        <p:spPr>
          <a:xfrm>
            <a:off x="785913" y="1717600"/>
            <a:ext cx="22878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0" name="Google Shape;710;p31"/>
          <p:cNvSpPr txBox="1"/>
          <p:nvPr>
            <p:ph idx="3" type="subTitle"/>
          </p:nvPr>
        </p:nvSpPr>
        <p:spPr>
          <a:xfrm>
            <a:off x="3428113" y="2088550"/>
            <a:ext cx="2287800" cy="762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1" name="Google Shape;711;p31"/>
          <p:cNvSpPr txBox="1"/>
          <p:nvPr>
            <p:ph idx="4" type="subTitle"/>
          </p:nvPr>
        </p:nvSpPr>
        <p:spPr>
          <a:xfrm>
            <a:off x="3428100" y="1717600"/>
            <a:ext cx="22878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2" name="Google Shape;712;p31"/>
          <p:cNvSpPr txBox="1"/>
          <p:nvPr>
            <p:ph idx="5" type="subTitle"/>
          </p:nvPr>
        </p:nvSpPr>
        <p:spPr>
          <a:xfrm>
            <a:off x="6070288" y="2088550"/>
            <a:ext cx="2287800" cy="762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3" name="Google Shape;713;p31"/>
          <p:cNvSpPr txBox="1"/>
          <p:nvPr>
            <p:ph idx="6" type="subTitle"/>
          </p:nvPr>
        </p:nvSpPr>
        <p:spPr>
          <a:xfrm>
            <a:off x="6070288" y="1717600"/>
            <a:ext cx="22878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4" name="Google Shape;714;p31"/>
          <p:cNvSpPr txBox="1"/>
          <p:nvPr>
            <p:ph idx="7" type="subTitle"/>
          </p:nvPr>
        </p:nvSpPr>
        <p:spPr>
          <a:xfrm>
            <a:off x="785913" y="3824650"/>
            <a:ext cx="2287800" cy="762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5" name="Google Shape;715;p31"/>
          <p:cNvSpPr txBox="1"/>
          <p:nvPr>
            <p:ph idx="8" type="subTitle"/>
          </p:nvPr>
        </p:nvSpPr>
        <p:spPr>
          <a:xfrm>
            <a:off x="785913" y="3453700"/>
            <a:ext cx="22878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6" name="Google Shape;716;p31"/>
          <p:cNvSpPr txBox="1"/>
          <p:nvPr>
            <p:ph idx="9" type="subTitle"/>
          </p:nvPr>
        </p:nvSpPr>
        <p:spPr>
          <a:xfrm>
            <a:off x="3428113" y="3824650"/>
            <a:ext cx="2287800" cy="762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7" name="Google Shape;717;p31"/>
          <p:cNvSpPr txBox="1"/>
          <p:nvPr>
            <p:ph idx="13" type="subTitle"/>
          </p:nvPr>
        </p:nvSpPr>
        <p:spPr>
          <a:xfrm>
            <a:off x="3428100" y="3453700"/>
            <a:ext cx="22878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8" name="Google Shape;718;p31"/>
          <p:cNvSpPr txBox="1"/>
          <p:nvPr>
            <p:ph idx="14" type="subTitle"/>
          </p:nvPr>
        </p:nvSpPr>
        <p:spPr>
          <a:xfrm>
            <a:off x="6070288" y="3824650"/>
            <a:ext cx="2287800" cy="762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9" name="Google Shape;719;p31"/>
          <p:cNvSpPr txBox="1"/>
          <p:nvPr>
            <p:ph idx="15" type="subTitle"/>
          </p:nvPr>
        </p:nvSpPr>
        <p:spPr>
          <a:xfrm>
            <a:off x="6070288" y="3453700"/>
            <a:ext cx="22878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720" name="Google Shape;720;p31"/>
          <p:cNvGrpSpPr/>
          <p:nvPr/>
        </p:nvGrpSpPr>
        <p:grpSpPr>
          <a:xfrm>
            <a:off x="8352588" y="816213"/>
            <a:ext cx="1040638" cy="901375"/>
            <a:chOff x="8457538" y="810363"/>
            <a:chExt cx="1040638" cy="901375"/>
          </a:xfrm>
        </p:grpSpPr>
        <p:grpSp>
          <p:nvGrpSpPr>
            <p:cNvPr id="721" name="Google Shape;721;p31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722" name="Google Shape;722;p31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31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4" name="Google Shape;724;p31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725" name="Google Shape;725;p31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31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" name="Google Shape;727;p31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28" name="Google Shape;728;p31"/>
          <p:cNvGrpSpPr/>
          <p:nvPr/>
        </p:nvGrpSpPr>
        <p:grpSpPr>
          <a:xfrm>
            <a:off x="4841575" y="4619788"/>
            <a:ext cx="1040638" cy="901375"/>
            <a:chOff x="8457538" y="810363"/>
            <a:chExt cx="1040638" cy="901375"/>
          </a:xfrm>
        </p:grpSpPr>
        <p:grpSp>
          <p:nvGrpSpPr>
            <p:cNvPr id="729" name="Google Shape;729;p31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730" name="Google Shape;730;p31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31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2" name="Google Shape;732;p31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733" name="Google Shape;733;p31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31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5" name="Google Shape;735;p31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36" name="Google Shape;736;p31"/>
          <p:cNvGrpSpPr/>
          <p:nvPr/>
        </p:nvGrpSpPr>
        <p:grpSpPr>
          <a:xfrm>
            <a:off x="8352591" y="196800"/>
            <a:ext cx="713803" cy="706547"/>
            <a:chOff x="-4017975" y="616650"/>
            <a:chExt cx="814100" cy="805825"/>
          </a:xfrm>
        </p:grpSpPr>
        <p:sp>
          <p:nvSpPr>
            <p:cNvPr id="737" name="Google Shape;737;p31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1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31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31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1" name="Google Shape;741;p31"/>
          <p:cNvGrpSpPr/>
          <p:nvPr/>
        </p:nvGrpSpPr>
        <p:grpSpPr>
          <a:xfrm rot="10800000">
            <a:off x="-728606" y="92693"/>
            <a:ext cx="1803578" cy="1592367"/>
            <a:chOff x="-4912150" y="-393637"/>
            <a:chExt cx="2057000" cy="1816112"/>
          </a:xfrm>
        </p:grpSpPr>
        <p:sp>
          <p:nvSpPr>
            <p:cNvPr id="742" name="Google Shape;742;p31"/>
            <p:cNvSpPr/>
            <p:nvPr/>
          </p:nvSpPr>
          <p:spPr>
            <a:xfrm>
              <a:off x="-4604150" y="-280425"/>
              <a:ext cx="858750" cy="1117575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1"/>
            <p:cNvSpPr/>
            <p:nvPr/>
          </p:nvSpPr>
          <p:spPr>
            <a:xfrm>
              <a:off x="-3780300" y="-305525"/>
              <a:ext cx="62525" cy="57000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31"/>
            <p:cNvSpPr/>
            <p:nvPr/>
          </p:nvSpPr>
          <p:spPr>
            <a:xfrm>
              <a:off x="-4199050" y="281125"/>
              <a:ext cx="155150" cy="154850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1"/>
            <p:cNvSpPr/>
            <p:nvPr/>
          </p:nvSpPr>
          <p:spPr>
            <a:xfrm>
              <a:off x="-4514575" y="97000"/>
              <a:ext cx="740775" cy="896950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1"/>
            <p:cNvSpPr/>
            <p:nvPr/>
          </p:nvSpPr>
          <p:spPr>
            <a:xfrm>
              <a:off x="-3809300" y="72075"/>
              <a:ext cx="61400" cy="56825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1"/>
            <p:cNvSpPr/>
            <p:nvPr/>
          </p:nvSpPr>
          <p:spPr>
            <a:xfrm>
              <a:off x="-4203525" y="-330075"/>
              <a:ext cx="275400" cy="273925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1"/>
            <p:cNvSpPr/>
            <p:nvPr/>
          </p:nvSpPr>
          <p:spPr>
            <a:xfrm>
              <a:off x="-3964425" y="-355100"/>
              <a:ext cx="64750" cy="56950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1"/>
            <p:cNvSpPr/>
            <p:nvPr/>
          </p:nvSpPr>
          <p:spPr>
            <a:xfrm>
              <a:off x="-4230300" y="-88200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1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1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31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31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1"/>
            <p:cNvSpPr/>
            <p:nvPr/>
          </p:nvSpPr>
          <p:spPr>
            <a:xfrm>
              <a:off x="-3761575" y="553550"/>
              <a:ext cx="51025" cy="38375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1"/>
            <p:cNvSpPr/>
            <p:nvPr/>
          </p:nvSpPr>
          <p:spPr>
            <a:xfrm>
              <a:off x="-4478025" y="655725"/>
              <a:ext cx="666475" cy="651250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1"/>
            <p:cNvSpPr/>
            <p:nvPr/>
          </p:nvSpPr>
          <p:spPr>
            <a:xfrm>
              <a:off x="-4579025" y="1370700"/>
              <a:ext cx="46900" cy="38375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1"/>
            <p:cNvSpPr/>
            <p:nvPr/>
          </p:nvSpPr>
          <p:spPr>
            <a:xfrm>
              <a:off x="-4912150" y="393325"/>
              <a:ext cx="547675" cy="546850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1"/>
            <p:cNvSpPr/>
            <p:nvPr/>
          </p:nvSpPr>
          <p:spPr>
            <a:xfrm>
              <a:off x="-3508415" y="-393637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1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1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6"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32"/>
          <p:cNvSpPr txBox="1"/>
          <p:nvPr>
            <p:ph hasCustomPrompt="1" type="title"/>
          </p:nvPr>
        </p:nvSpPr>
        <p:spPr>
          <a:xfrm>
            <a:off x="1862850" y="556250"/>
            <a:ext cx="5418300" cy="636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3" name="Google Shape;763;p32"/>
          <p:cNvSpPr txBox="1"/>
          <p:nvPr>
            <p:ph idx="1" type="subTitle"/>
          </p:nvPr>
        </p:nvSpPr>
        <p:spPr>
          <a:xfrm>
            <a:off x="1862850" y="1192550"/>
            <a:ext cx="5418300" cy="293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4" name="Google Shape;764;p32"/>
          <p:cNvSpPr txBox="1"/>
          <p:nvPr>
            <p:ph hasCustomPrompt="1" idx="2" type="title"/>
          </p:nvPr>
        </p:nvSpPr>
        <p:spPr>
          <a:xfrm>
            <a:off x="1862850" y="2106900"/>
            <a:ext cx="5418300" cy="636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5" name="Google Shape;765;p32"/>
          <p:cNvSpPr txBox="1"/>
          <p:nvPr>
            <p:ph idx="3" type="subTitle"/>
          </p:nvPr>
        </p:nvSpPr>
        <p:spPr>
          <a:xfrm>
            <a:off x="1862850" y="2743200"/>
            <a:ext cx="5418300" cy="293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6" name="Google Shape;766;p32"/>
          <p:cNvSpPr txBox="1"/>
          <p:nvPr>
            <p:ph hasCustomPrompt="1" idx="4" type="title"/>
          </p:nvPr>
        </p:nvSpPr>
        <p:spPr>
          <a:xfrm>
            <a:off x="1862850" y="3657550"/>
            <a:ext cx="5418300" cy="636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7" name="Google Shape;767;p32"/>
          <p:cNvSpPr txBox="1"/>
          <p:nvPr>
            <p:ph idx="5" type="subTitle"/>
          </p:nvPr>
        </p:nvSpPr>
        <p:spPr>
          <a:xfrm>
            <a:off x="1862850" y="4293850"/>
            <a:ext cx="5418300" cy="293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768" name="Google Shape;768;p32"/>
          <p:cNvGrpSpPr/>
          <p:nvPr/>
        </p:nvGrpSpPr>
        <p:grpSpPr>
          <a:xfrm flipH="1">
            <a:off x="7051226" y="-890069"/>
            <a:ext cx="1938846" cy="1720830"/>
            <a:chOff x="-1873362" y="2120543"/>
            <a:chExt cx="1938846" cy="1720830"/>
          </a:xfrm>
        </p:grpSpPr>
        <p:sp>
          <p:nvSpPr>
            <p:cNvPr id="769" name="Google Shape;769;p32"/>
            <p:cNvSpPr/>
            <p:nvPr/>
          </p:nvSpPr>
          <p:spPr>
            <a:xfrm>
              <a:off x="-1603307" y="2348270"/>
              <a:ext cx="752952" cy="979890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32"/>
            <p:cNvSpPr/>
            <p:nvPr/>
          </p:nvSpPr>
          <p:spPr>
            <a:xfrm>
              <a:off x="-880956" y="2326262"/>
              <a:ext cx="54822" cy="49978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32"/>
            <p:cNvSpPr/>
            <p:nvPr/>
          </p:nvSpPr>
          <p:spPr>
            <a:xfrm>
              <a:off x="-1248116" y="2840637"/>
              <a:ext cx="136036" cy="135772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32"/>
            <p:cNvSpPr/>
            <p:nvPr/>
          </p:nvSpPr>
          <p:spPr>
            <a:xfrm>
              <a:off x="-1524768" y="2679196"/>
              <a:ext cx="649512" cy="786446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2"/>
            <p:cNvSpPr/>
            <p:nvPr/>
          </p:nvSpPr>
          <p:spPr>
            <a:xfrm>
              <a:off x="-906383" y="2657342"/>
              <a:ext cx="53836" cy="49824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32"/>
            <p:cNvSpPr/>
            <p:nvPr/>
          </p:nvSpPr>
          <p:spPr>
            <a:xfrm>
              <a:off x="-1252039" y="2304737"/>
              <a:ext cx="241471" cy="240177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2"/>
            <p:cNvSpPr/>
            <p:nvPr/>
          </p:nvSpPr>
          <p:spPr>
            <a:xfrm>
              <a:off x="-1042397" y="2282795"/>
              <a:ext cx="56773" cy="49934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2"/>
            <p:cNvSpPr/>
            <p:nvPr/>
          </p:nvSpPr>
          <p:spPr>
            <a:xfrm>
              <a:off x="-1275516" y="2516813"/>
              <a:ext cx="54822" cy="49802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32"/>
            <p:cNvSpPr/>
            <p:nvPr/>
          </p:nvSpPr>
          <p:spPr>
            <a:xfrm>
              <a:off x="-1067824" y="3161765"/>
              <a:ext cx="659200" cy="657841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32"/>
            <p:cNvSpPr/>
            <p:nvPr/>
          </p:nvSpPr>
          <p:spPr>
            <a:xfrm>
              <a:off x="-676683" y="3289011"/>
              <a:ext cx="136014" cy="135772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32"/>
            <p:cNvSpPr/>
            <p:nvPr/>
          </p:nvSpPr>
          <p:spPr>
            <a:xfrm>
              <a:off x="-429382" y="3134825"/>
              <a:ext cx="53836" cy="50065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2"/>
            <p:cNvSpPr/>
            <p:nvPr/>
          </p:nvSpPr>
          <p:spPr>
            <a:xfrm>
              <a:off x="-1089349" y="3791702"/>
              <a:ext cx="49912" cy="49671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2"/>
            <p:cNvSpPr/>
            <p:nvPr/>
          </p:nvSpPr>
          <p:spPr>
            <a:xfrm>
              <a:off x="-864538" y="3079499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32"/>
            <p:cNvSpPr/>
            <p:nvPr/>
          </p:nvSpPr>
          <p:spPr>
            <a:xfrm>
              <a:off x="-1492721" y="3169086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2"/>
            <p:cNvSpPr/>
            <p:nvPr/>
          </p:nvSpPr>
          <p:spPr>
            <a:xfrm>
              <a:off x="-1581278" y="3795976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32"/>
            <p:cNvSpPr/>
            <p:nvPr/>
          </p:nvSpPr>
          <p:spPr>
            <a:xfrm>
              <a:off x="-1873362" y="2939014"/>
              <a:ext cx="480201" cy="479478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2"/>
            <p:cNvSpPr/>
            <p:nvPr/>
          </p:nvSpPr>
          <p:spPr>
            <a:xfrm>
              <a:off x="-414717" y="2120543"/>
              <a:ext cx="480201" cy="47989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2"/>
            <p:cNvSpPr/>
            <p:nvPr/>
          </p:nvSpPr>
          <p:spPr>
            <a:xfrm>
              <a:off x="-287757" y="2820734"/>
              <a:ext cx="217972" cy="209731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2"/>
            <p:cNvSpPr/>
            <p:nvPr/>
          </p:nvSpPr>
          <p:spPr>
            <a:xfrm>
              <a:off x="-221208" y="2878778"/>
              <a:ext cx="93204" cy="93467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8" name="Google Shape;788;p32"/>
          <p:cNvGrpSpPr/>
          <p:nvPr/>
        </p:nvGrpSpPr>
        <p:grpSpPr>
          <a:xfrm flipH="1">
            <a:off x="-693003" y="-88512"/>
            <a:ext cx="1516025" cy="1489525"/>
            <a:chOff x="-3888525" y="-3012325"/>
            <a:chExt cx="1516025" cy="1489525"/>
          </a:xfrm>
        </p:grpSpPr>
        <p:sp>
          <p:nvSpPr>
            <p:cNvPr id="789" name="Google Shape;789;p32"/>
            <p:cNvSpPr/>
            <p:nvPr/>
          </p:nvSpPr>
          <p:spPr>
            <a:xfrm>
              <a:off x="-3076125" y="-3012325"/>
              <a:ext cx="38525" cy="38250"/>
            </a:xfrm>
            <a:custGeom>
              <a:rect b="b" l="l" r="r" t="t"/>
              <a:pathLst>
                <a:path extrusionOk="0" h="1530" w="1541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2"/>
            <p:cNvSpPr/>
            <p:nvPr/>
          </p:nvSpPr>
          <p:spPr>
            <a:xfrm>
              <a:off x="-3648325" y="-2918425"/>
              <a:ext cx="523950" cy="509300"/>
            </a:xfrm>
            <a:custGeom>
              <a:rect b="b" l="l" r="r" t="t"/>
              <a:pathLst>
                <a:path extrusionOk="0" h="20372" w="20958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2"/>
            <p:cNvSpPr/>
            <p:nvPr/>
          </p:nvSpPr>
          <p:spPr>
            <a:xfrm>
              <a:off x="-3742350" y="-2353475"/>
              <a:ext cx="53025" cy="38650"/>
            </a:xfrm>
            <a:custGeom>
              <a:rect b="b" l="l" r="r" t="t"/>
              <a:pathLst>
                <a:path extrusionOk="0" h="1546" w="2121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2"/>
            <p:cNvSpPr/>
            <p:nvPr/>
          </p:nvSpPr>
          <p:spPr>
            <a:xfrm>
              <a:off x="-3719475" y="-24833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2"/>
            <p:cNvSpPr/>
            <p:nvPr/>
          </p:nvSpPr>
          <p:spPr>
            <a:xfrm>
              <a:off x="-3888525" y="-2128825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2"/>
            <p:cNvSpPr/>
            <p:nvPr/>
          </p:nvSpPr>
          <p:spPr>
            <a:xfrm>
              <a:off x="-3626300" y="-1680825"/>
              <a:ext cx="184175" cy="158025"/>
            </a:xfrm>
            <a:custGeom>
              <a:rect b="b" l="l" r="r" t="t"/>
              <a:pathLst>
                <a:path extrusionOk="0" h="6321" w="7367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2"/>
            <p:cNvSpPr/>
            <p:nvPr/>
          </p:nvSpPr>
          <p:spPr>
            <a:xfrm>
              <a:off x="-3559050" y="-1636200"/>
              <a:ext cx="76175" cy="68900"/>
            </a:xfrm>
            <a:custGeom>
              <a:rect b="b" l="l" r="r" t="t"/>
              <a:pathLst>
                <a:path extrusionOk="0" h="2756" w="3047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2"/>
            <p:cNvSpPr/>
            <p:nvPr/>
          </p:nvSpPr>
          <p:spPr>
            <a:xfrm>
              <a:off x="-3151175" y="-2605875"/>
              <a:ext cx="752125" cy="750250"/>
            </a:xfrm>
            <a:custGeom>
              <a:rect b="b" l="l" r="r" t="t"/>
              <a:pathLst>
                <a:path extrusionOk="0" h="30010" w="30085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2"/>
            <p:cNvSpPr/>
            <p:nvPr/>
          </p:nvSpPr>
          <p:spPr>
            <a:xfrm>
              <a:off x="-2704800" y="-2461050"/>
              <a:ext cx="155150" cy="155150"/>
            </a:xfrm>
            <a:custGeom>
              <a:rect b="b" l="l" r="r" t="t"/>
              <a:pathLst>
                <a:path extrusionOk="0" h="6206" w="6206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2"/>
            <p:cNvSpPr/>
            <p:nvPr/>
          </p:nvSpPr>
          <p:spPr>
            <a:xfrm>
              <a:off x="-2435025" y="-2631025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2"/>
            <p:cNvSpPr/>
            <p:nvPr/>
          </p:nvSpPr>
          <p:spPr>
            <a:xfrm>
              <a:off x="-3175450" y="-1887725"/>
              <a:ext cx="56675" cy="56925"/>
            </a:xfrm>
            <a:custGeom>
              <a:rect b="b" l="l" r="r" t="t"/>
              <a:pathLst>
                <a:path extrusionOk="0" h="2277" w="2267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0" name="Google Shape;800;p32"/>
          <p:cNvGrpSpPr/>
          <p:nvPr/>
        </p:nvGrpSpPr>
        <p:grpSpPr>
          <a:xfrm flipH="1">
            <a:off x="8030519" y="1531768"/>
            <a:ext cx="1019565" cy="1290805"/>
            <a:chOff x="-4017975" y="-49702"/>
            <a:chExt cx="1162825" cy="1472177"/>
          </a:xfrm>
        </p:grpSpPr>
        <p:sp>
          <p:nvSpPr>
            <p:cNvPr id="801" name="Google Shape;801;p32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32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32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2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2"/>
            <p:cNvSpPr/>
            <p:nvPr/>
          </p:nvSpPr>
          <p:spPr>
            <a:xfrm>
              <a:off x="-3633259" y="-49702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2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2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8" name="Google Shape;808;p32"/>
          <p:cNvGrpSpPr/>
          <p:nvPr/>
        </p:nvGrpSpPr>
        <p:grpSpPr>
          <a:xfrm flipH="1">
            <a:off x="-3" y="3171850"/>
            <a:ext cx="1929500" cy="2210100"/>
            <a:chOff x="295725" y="-3462825"/>
            <a:chExt cx="1929500" cy="2210100"/>
          </a:xfrm>
        </p:grpSpPr>
        <p:sp>
          <p:nvSpPr>
            <p:cNvPr id="809" name="Google Shape;809;p32"/>
            <p:cNvSpPr/>
            <p:nvPr/>
          </p:nvSpPr>
          <p:spPr>
            <a:xfrm>
              <a:off x="1089425" y="-3462825"/>
              <a:ext cx="700025" cy="959400"/>
            </a:xfrm>
            <a:custGeom>
              <a:rect b="b" l="l" r="r" t="t"/>
              <a:pathLst>
                <a:path extrusionOk="0" h="38376" w="28001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2"/>
            <p:cNvSpPr/>
            <p:nvPr/>
          </p:nvSpPr>
          <p:spPr>
            <a:xfrm>
              <a:off x="1064875" y="-2535525"/>
              <a:ext cx="56950" cy="56925"/>
            </a:xfrm>
            <a:custGeom>
              <a:rect b="b" l="l" r="r" t="t"/>
              <a:pathLst>
                <a:path extrusionOk="0" h="2277" w="2278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32"/>
            <p:cNvSpPr/>
            <p:nvPr/>
          </p:nvSpPr>
          <p:spPr>
            <a:xfrm>
              <a:off x="1212200" y="-2944175"/>
              <a:ext cx="869900" cy="1026350"/>
            </a:xfrm>
            <a:custGeom>
              <a:rect b="b" l="l" r="r" t="t"/>
              <a:pathLst>
                <a:path extrusionOk="0" h="41054" w="34796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32"/>
            <p:cNvSpPr/>
            <p:nvPr/>
          </p:nvSpPr>
          <p:spPr>
            <a:xfrm>
              <a:off x="1577675" y="-2592175"/>
              <a:ext cx="155125" cy="154875"/>
            </a:xfrm>
            <a:custGeom>
              <a:rect b="b" l="l" r="r" t="t"/>
              <a:pathLst>
                <a:path extrusionOk="0" h="6195" w="6205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2"/>
            <p:cNvSpPr/>
            <p:nvPr/>
          </p:nvSpPr>
          <p:spPr>
            <a:xfrm>
              <a:off x="1188475" y="-1949950"/>
              <a:ext cx="56950" cy="56950"/>
            </a:xfrm>
            <a:custGeom>
              <a:rect b="b" l="l" r="r" t="t"/>
              <a:pathLst>
                <a:path extrusionOk="0" h="2278" w="2278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2"/>
            <p:cNvSpPr/>
            <p:nvPr/>
          </p:nvSpPr>
          <p:spPr>
            <a:xfrm>
              <a:off x="2043025" y="-3122375"/>
              <a:ext cx="38525" cy="38650"/>
            </a:xfrm>
            <a:custGeom>
              <a:rect b="b" l="l" r="r" t="t"/>
              <a:pathLst>
                <a:path extrusionOk="0" h="1546" w="1541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2"/>
            <p:cNvSpPr/>
            <p:nvPr/>
          </p:nvSpPr>
          <p:spPr>
            <a:xfrm>
              <a:off x="1472200" y="-3028150"/>
              <a:ext cx="522225" cy="509375"/>
            </a:xfrm>
            <a:custGeom>
              <a:rect b="b" l="l" r="r" t="t"/>
              <a:pathLst>
                <a:path extrusionOk="0" h="20375" w="20889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32"/>
            <p:cNvSpPr/>
            <p:nvPr/>
          </p:nvSpPr>
          <p:spPr>
            <a:xfrm>
              <a:off x="1384050" y="-2463000"/>
              <a:ext cx="38250" cy="38250"/>
            </a:xfrm>
            <a:custGeom>
              <a:rect b="b" l="l" r="r" t="t"/>
              <a:pathLst>
                <a:path extrusionOk="0" h="1530" w="153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32"/>
            <p:cNvSpPr/>
            <p:nvPr/>
          </p:nvSpPr>
          <p:spPr>
            <a:xfrm>
              <a:off x="1108400" y="-3240375"/>
              <a:ext cx="38250" cy="38650"/>
            </a:xfrm>
            <a:custGeom>
              <a:rect b="b" l="l" r="r" t="t"/>
              <a:pathLst>
                <a:path extrusionOk="0" h="1546" w="153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32"/>
            <p:cNvSpPr/>
            <p:nvPr/>
          </p:nvSpPr>
          <p:spPr>
            <a:xfrm>
              <a:off x="537050" y="-3146175"/>
              <a:ext cx="522775" cy="509125"/>
            </a:xfrm>
            <a:custGeom>
              <a:rect b="b" l="l" r="r" t="t"/>
              <a:pathLst>
                <a:path extrusionOk="0" h="20365" w="20911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32"/>
            <p:cNvSpPr/>
            <p:nvPr/>
          </p:nvSpPr>
          <p:spPr>
            <a:xfrm>
              <a:off x="449150" y="-2581150"/>
              <a:ext cx="38250" cy="38375"/>
            </a:xfrm>
            <a:custGeom>
              <a:rect b="b" l="l" r="r" t="t"/>
              <a:pathLst>
                <a:path extrusionOk="0" h="1535" w="153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32"/>
            <p:cNvSpPr/>
            <p:nvPr/>
          </p:nvSpPr>
          <p:spPr>
            <a:xfrm>
              <a:off x="1636250" y="-2122350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32"/>
            <p:cNvSpPr/>
            <p:nvPr/>
          </p:nvSpPr>
          <p:spPr>
            <a:xfrm>
              <a:off x="1711575" y="-2197675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2"/>
            <p:cNvSpPr/>
            <p:nvPr/>
          </p:nvSpPr>
          <p:spPr>
            <a:xfrm>
              <a:off x="1786900" y="-2273000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2"/>
            <p:cNvSpPr/>
            <p:nvPr/>
          </p:nvSpPr>
          <p:spPr>
            <a:xfrm>
              <a:off x="1862225" y="-2348325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32"/>
            <p:cNvSpPr/>
            <p:nvPr/>
          </p:nvSpPr>
          <p:spPr>
            <a:xfrm>
              <a:off x="1937550" y="-2423950"/>
              <a:ext cx="137025" cy="25425"/>
            </a:xfrm>
            <a:custGeom>
              <a:rect b="b" l="l" r="r" t="t"/>
              <a:pathLst>
                <a:path extrusionOk="0" h="1017" w="5481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2"/>
            <p:cNvSpPr/>
            <p:nvPr/>
          </p:nvSpPr>
          <p:spPr>
            <a:xfrm>
              <a:off x="2013150" y="-2499275"/>
              <a:ext cx="136750" cy="25150"/>
            </a:xfrm>
            <a:custGeom>
              <a:rect b="b" l="l" r="r" t="t"/>
              <a:pathLst>
                <a:path extrusionOk="0" h="1006" w="547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2"/>
            <p:cNvSpPr/>
            <p:nvPr/>
          </p:nvSpPr>
          <p:spPr>
            <a:xfrm>
              <a:off x="2088500" y="-2574600"/>
              <a:ext cx="136725" cy="25150"/>
            </a:xfrm>
            <a:custGeom>
              <a:rect b="b" l="l" r="r" t="t"/>
              <a:pathLst>
                <a:path extrusionOk="0" h="1006" w="5469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32"/>
            <p:cNvSpPr/>
            <p:nvPr/>
          </p:nvSpPr>
          <p:spPr>
            <a:xfrm>
              <a:off x="463950" y="-2710950"/>
              <a:ext cx="548500" cy="546775"/>
            </a:xfrm>
            <a:custGeom>
              <a:rect b="b" l="l" r="r" t="t"/>
              <a:pathLst>
                <a:path extrusionOk="0" h="21871" w="2194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32"/>
            <p:cNvSpPr/>
            <p:nvPr/>
          </p:nvSpPr>
          <p:spPr>
            <a:xfrm>
              <a:off x="942975" y="-1800075"/>
              <a:ext cx="549225" cy="547350"/>
            </a:xfrm>
            <a:custGeom>
              <a:rect b="b" l="l" r="r" t="t"/>
              <a:pathLst>
                <a:path extrusionOk="0" h="21894" w="21969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32"/>
            <p:cNvSpPr/>
            <p:nvPr/>
          </p:nvSpPr>
          <p:spPr>
            <a:xfrm>
              <a:off x="295725" y="-2356925"/>
              <a:ext cx="548500" cy="547050"/>
            </a:xfrm>
            <a:custGeom>
              <a:rect b="b" l="l" r="r" t="t"/>
              <a:pathLst>
                <a:path extrusionOk="0" h="21882" w="2194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2"/>
            <p:cNvSpPr/>
            <p:nvPr/>
          </p:nvSpPr>
          <p:spPr>
            <a:xfrm>
              <a:off x="1774900" y="-1975200"/>
              <a:ext cx="248600" cy="239275"/>
            </a:xfrm>
            <a:custGeom>
              <a:rect b="b" l="l" r="r" t="t"/>
              <a:pathLst>
                <a:path extrusionOk="0" h="9571" w="9944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2"/>
            <p:cNvSpPr/>
            <p:nvPr/>
          </p:nvSpPr>
          <p:spPr>
            <a:xfrm>
              <a:off x="1850800" y="-1908650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32"/>
            <p:cNvSpPr/>
            <p:nvPr/>
          </p:nvSpPr>
          <p:spPr>
            <a:xfrm>
              <a:off x="735125" y="-2028925"/>
              <a:ext cx="184150" cy="157950"/>
            </a:xfrm>
            <a:custGeom>
              <a:rect b="b" l="l" r="r" t="t"/>
              <a:pathLst>
                <a:path extrusionOk="0" h="6318" w="7366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32"/>
            <p:cNvSpPr/>
            <p:nvPr/>
          </p:nvSpPr>
          <p:spPr>
            <a:xfrm>
              <a:off x="803475" y="-1984150"/>
              <a:ext cx="74500" cy="69000"/>
            </a:xfrm>
            <a:custGeom>
              <a:rect b="b" l="l" r="r" t="t"/>
              <a:pathLst>
                <a:path extrusionOk="0" h="2760" w="298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6_1"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33"/>
          <p:cNvSpPr txBox="1"/>
          <p:nvPr>
            <p:ph idx="1" type="body"/>
          </p:nvPr>
        </p:nvSpPr>
        <p:spPr>
          <a:xfrm>
            <a:off x="1932150" y="1660875"/>
            <a:ext cx="5279700" cy="22392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 sz="12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  <a:defRPr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  <a:defRPr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/>
            </a:lvl9pPr>
          </a:lstStyle>
          <a:p/>
        </p:txBody>
      </p:sp>
      <p:sp>
        <p:nvSpPr>
          <p:cNvPr id="836" name="Google Shape;836;p33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837" name="Google Shape;837;p33"/>
          <p:cNvGrpSpPr/>
          <p:nvPr/>
        </p:nvGrpSpPr>
        <p:grpSpPr>
          <a:xfrm rot="10800000">
            <a:off x="-615206" y="2336518"/>
            <a:ext cx="1803578" cy="1592367"/>
            <a:chOff x="-4912150" y="-393637"/>
            <a:chExt cx="2057000" cy="1816112"/>
          </a:xfrm>
        </p:grpSpPr>
        <p:sp>
          <p:nvSpPr>
            <p:cNvPr id="838" name="Google Shape;838;p33"/>
            <p:cNvSpPr/>
            <p:nvPr/>
          </p:nvSpPr>
          <p:spPr>
            <a:xfrm>
              <a:off x="-4604150" y="-280425"/>
              <a:ext cx="858750" cy="1117575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33"/>
            <p:cNvSpPr/>
            <p:nvPr/>
          </p:nvSpPr>
          <p:spPr>
            <a:xfrm>
              <a:off x="-3780300" y="-305525"/>
              <a:ext cx="62525" cy="57000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3"/>
            <p:cNvSpPr/>
            <p:nvPr/>
          </p:nvSpPr>
          <p:spPr>
            <a:xfrm>
              <a:off x="-4199050" y="281125"/>
              <a:ext cx="155150" cy="154850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3"/>
            <p:cNvSpPr/>
            <p:nvPr/>
          </p:nvSpPr>
          <p:spPr>
            <a:xfrm>
              <a:off x="-4514575" y="97000"/>
              <a:ext cx="740775" cy="896950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3"/>
            <p:cNvSpPr/>
            <p:nvPr/>
          </p:nvSpPr>
          <p:spPr>
            <a:xfrm>
              <a:off x="-3809300" y="72075"/>
              <a:ext cx="61400" cy="56825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3"/>
            <p:cNvSpPr/>
            <p:nvPr/>
          </p:nvSpPr>
          <p:spPr>
            <a:xfrm>
              <a:off x="-4203525" y="-330075"/>
              <a:ext cx="275400" cy="273925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3"/>
            <p:cNvSpPr/>
            <p:nvPr/>
          </p:nvSpPr>
          <p:spPr>
            <a:xfrm>
              <a:off x="-3964425" y="-355100"/>
              <a:ext cx="64750" cy="56950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3"/>
            <p:cNvSpPr/>
            <p:nvPr/>
          </p:nvSpPr>
          <p:spPr>
            <a:xfrm>
              <a:off x="-4230300" y="-88200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33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33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33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33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33"/>
            <p:cNvSpPr/>
            <p:nvPr/>
          </p:nvSpPr>
          <p:spPr>
            <a:xfrm>
              <a:off x="-3761575" y="553550"/>
              <a:ext cx="51025" cy="38375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33"/>
            <p:cNvSpPr/>
            <p:nvPr/>
          </p:nvSpPr>
          <p:spPr>
            <a:xfrm>
              <a:off x="-4478025" y="655725"/>
              <a:ext cx="666475" cy="651250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33"/>
            <p:cNvSpPr/>
            <p:nvPr/>
          </p:nvSpPr>
          <p:spPr>
            <a:xfrm>
              <a:off x="-4579025" y="1370700"/>
              <a:ext cx="46900" cy="38375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33"/>
            <p:cNvSpPr/>
            <p:nvPr/>
          </p:nvSpPr>
          <p:spPr>
            <a:xfrm>
              <a:off x="-4912150" y="393325"/>
              <a:ext cx="547675" cy="546850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33"/>
            <p:cNvSpPr/>
            <p:nvPr/>
          </p:nvSpPr>
          <p:spPr>
            <a:xfrm>
              <a:off x="-3508415" y="-393637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33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33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34"/>
          <p:cNvSpPr txBox="1"/>
          <p:nvPr>
            <p:ph type="ctrTitle"/>
          </p:nvPr>
        </p:nvSpPr>
        <p:spPr>
          <a:xfrm>
            <a:off x="782850" y="1264217"/>
            <a:ext cx="3380400" cy="7125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b="1"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59" name="Google Shape;859;p34"/>
          <p:cNvSpPr txBox="1"/>
          <p:nvPr>
            <p:ph idx="1" type="subTitle"/>
          </p:nvPr>
        </p:nvSpPr>
        <p:spPr>
          <a:xfrm>
            <a:off x="782850" y="2542667"/>
            <a:ext cx="3687900" cy="1341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60" name="Google Shape;860;p34"/>
          <p:cNvSpPr txBox="1"/>
          <p:nvPr/>
        </p:nvSpPr>
        <p:spPr>
          <a:xfrm>
            <a:off x="3038500" y="3831325"/>
            <a:ext cx="4543500" cy="6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rPr>
              <a:t>CREDITS: This presentation template was created by </a:t>
            </a:r>
            <a:r>
              <a:rPr b="1" lang="es" sz="1200">
                <a:solidFill>
                  <a:schemeClr val="dk1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s" sz="1200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rPr>
              <a:t>, including icons by </a:t>
            </a:r>
            <a:r>
              <a:rPr b="1" lang="es" sz="1200">
                <a:solidFill>
                  <a:schemeClr val="dk1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s" sz="1200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rPr>
              <a:t>, and infographics &amp; images by </a:t>
            </a:r>
            <a:r>
              <a:rPr b="1" lang="es" sz="1200">
                <a:solidFill>
                  <a:schemeClr val="dk1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 u="sng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grpSp>
        <p:nvGrpSpPr>
          <p:cNvPr id="861" name="Google Shape;861;p34"/>
          <p:cNvGrpSpPr/>
          <p:nvPr/>
        </p:nvGrpSpPr>
        <p:grpSpPr>
          <a:xfrm flipH="1">
            <a:off x="-262674" y="3935863"/>
            <a:ext cx="716725" cy="901375"/>
            <a:chOff x="-3888525" y="-2483300"/>
            <a:chExt cx="716725" cy="901375"/>
          </a:xfrm>
        </p:grpSpPr>
        <p:sp>
          <p:nvSpPr>
            <p:cNvPr id="862" name="Google Shape;862;p34"/>
            <p:cNvSpPr/>
            <p:nvPr/>
          </p:nvSpPr>
          <p:spPr>
            <a:xfrm>
              <a:off x="-3719475" y="-24833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34"/>
            <p:cNvSpPr/>
            <p:nvPr/>
          </p:nvSpPr>
          <p:spPr>
            <a:xfrm>
              <a:off x="-3888525" y="-2128825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4" name="Google Shape;864;p34"/>
          <p:cNvGrpSpPr/>
          <p:nvPr/>
        </p:nvGrpSpPr>
        <p:grpSpPr>
          <a:xfrm flipH="1">
            <a:off x="454038" y="4456988"/>
            <a:ext cx="323925" cy="323650"/>
            <a:chOff x="1608625" y="299800"/>
            <a:chExt cx="323925" cy="323650"/>
          </a:xfrm>
        </p:grpSpPr>
        <p:sp>
          <p:nvSpPr>
            <p:cNvPr id="865" name="Google Shape;865;p34"/>
            <p:cNvSpPr/>
            <p:nvPr/>
          </p:nvSpPr>
          <p:spPr>
            <a:xfrm>
              <a:off x="1633450" y="324425"/>
              <a:ext cx="275900" cy="274200"/>
            </a:xfrm>
            <a:custGeom>
              <a:rect b="b" l="l" r="r" t="t"/>
              <a:pathLst>
                <a:path extrusionOk="0" h="10968" w="11036">
                  <a:moveTo>
                    <a:pt x="10830" y="0"/>
                  </a:moveTo>
                  <a:cubicBezTo>
                    <a:pt x="10795" y="0"/>
                    <a:pt x="10758" y="16"/>
                    <a:pt x="10725" y="54"/>
                  </a:cubicBezTo>
                  <a:lnTo>
                    <a:pt x="46" y="10733"/>
                  </a:lnTo>
                  <a:cubicBezTo>
                    <a:pt x="1" y="10789"/>
                    <a:pt x="1" y="10867"/>
                    <a:pt x="46" y="10923"/>
                  </a:cubicBezTo>
                  <a:cubicBezTo>
                    <a:pt x="79" y="10956"/>
                    <a:pt x="112" y="10968"/>
                    <a:pt x="146" y="10968"/>
                  </a:cubicBezTo>
                  <a:cubicBezTo>
                    <a:pt x="191" y="10968"/>
                    <a:pt x="224" y="10956"/>
                    <a:pt x="246" y="10923"/>
                  </a:cubicBezTo>
                  <a:lnTo>
                    <a:pt x="10926" y="254"/>
                  </a:lnTo>
                  <a:cubicBezTo>
                    <a:pt x="11036" y="153"/>
                    <a:pt x="10941" y="0"/>
                    <a:pt x="108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34"/>
            <p:cNvSpPr/>
            <p:nvPr/>
          </p:nvSpPr>
          <p:spPr>
            <a:xfrm>
              <a:off x="1875625" y="299800"/>
              <a:ext cx="56925" cy="56950"/>
            </a:xfrm>
            <a:custGeom>
              <a:rect b="b" l="l" r="r" t="t"/>
              <a:pathLst>
                <a:path extrusionOk="0" h="2278" w="2277">
                  <a:moveTo>
                    <a:pt x="1139" y="1"/>
                  </a:moveTo>
                  <a:cubicBezTo>
                    <a:pt x="514" y="1"/>
                    <a:pt x="0" y="514"/>
                    <a:pt x="0" y="1139"/>
                  </a:cubicBezTo>
                  <a:cubicBezTo>
                    <a:pt x="0" y="1764"/>
                    <a:pt x="514" y="2277"/>
                    <a:pt x="1139" y="2277"/>
                  </a:cubicBezTo>
                  <a:cubicBezTo>
                    <a:pt x="1764" y="2277"/>
                    <a:pt x="2277" y="1764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34"/>
            <p:cNvSpPr/>
            <p:nvPr/>
          </p:nvSpPr>
          <p:spPr>
            <a:xfrm>
              <a:off x="1608625" y="566800"/>
              <a:ext cx="56950" cy="56650"/>
            </a:xfrm>
            <a:custGeom>
              <a:rect b="b" l="l" r="r" t="t"/>
              <a:pathLst>
                <a:path extrusionOk="0" h="2266" w="2278">
                  <a:moveTo>
                    <a:pt x="1139" y="0"/>
                  </a:moveTo>
                  <a:cubicBezTo>
                    <a:pt x="514" y="0"/>
                    <a:pt x="1" y="503"/>
                    <a:pt x="1" y="1127"/>
                  </a:cubicBezTo>
                  <a:cubicBezTo>
                    <a:pt x="1" y="1764"/>
                    <a:pt x="514" y="2266"/>
                    <a:pt x="1139" y="2266"/>
                  </a:cubicBezTo>
                  <a:cubicBezTo>
                    <a:pt x="1775" y="2266"/>
                    <a:pt x="2277" y="1764"/>
                    <a:pt x="2277" y="1127"/>
                  </a:cubicBezTo>
                  <a:cubicBezTo>
                    <a:pt x="2277" y="503"/>
                    <a:pt x="1775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8" name="Google Shape;868;p34"/>
          <p:cNvGrpSpPr/>
          <p:nvPr/>
        </p:nvGrpSpPr>
        <p:grpSpPr>
          <a:xfrm flipH="1">
            <a:off x="7896101" y="233975"/>
            <a:ext cx="1516025" cy="1489525"/>
            <a:chOff x="-3888525" y="-3012325"/>
            <a:chExt cx="1516025" cy="1489525"/>
          </a:xfrm>
        </p:grpSpPr>
        <p:sp>
          <p:nvSpPr>
            <p:cNvPr id="869" name="Google Shape;869;p34"/>
            <p:cNvSpPr/>
            <p:nvPr/>
          </p:nvSpPr>
          <p:spPr>
            <a:xfrm>
              <a:off x="-3076125" y="-3012325"/>
              <a:ext cx="38525" cy="38250"/>
            </a:xfrm>
            <a:custGeom>
              <a:rect b="b" l="l" r="r" t="t"/>
              <a:pathLst>
                <a:path extrusionOk="0" h="1530" w="1541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34"/>
            <p:cNvSpPr/>
            <p:nvPr/>
          </p:nvSpPr>
          <p:spPr>
            <a:xfrm>
              <a:off x="-3648325" y="-2918425"/>
              <a:ext cx="523950" cy="509300"/>
            </a:xfrm>
            <a:custGeom>
              <a:rect b="b" l="l" r="r" t="t"/>
              <a:pathLst>
                <a:path extrusionOk="0" h="20372" w="20958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34"/>
            <p:cNvSpPr/>
            <p:nvPr/>
          </p:nvSpPr>
          <p:spPr>
            <a:xfrm>
              <a:off x="-3742350" y="-2353475"/>
              <a:ext cx="53025" cy="38650"/>
            </a:xfrm>
            <a:custGeom>
              <a:rect b="b" l="l" r="r" t="t"/>
              <a:pathLst>
                <a:path extrusionOk="0" h="1546" w="2121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34"/>
            <p:cNvSpPr/>
            <p:nvPr/>
          </p:nvSpPr>
          <p:spPr>
            <a:xfrm>
              <a:off x="-3719475" y="-24833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34"/>
            <p:cNvSpPr/>
            <p:nvPr/>
          </p:nvSpPr>
          <p:spPr>
            <a:xfrm>
              <a:off x="-3888525" y="-2128825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34"/>
            <p:cNvSpPr/>
            <p:nvPr/>
          </p:nvSpPr>
          <p:spPr>
            <a:xfrm>
              <a:off x="-3626300" y="-1680825"/>
              <a:ext cx="184175" cy="158025"/>
            </a:xfrm>
            <a:custGeom>
              <a:rect b="b" l="l" r="r" t="t"/>
              <a:pathLst>
                <a:path extrusionOk="0" h="6321" w="7367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34"/>
            <p:cNvSpPr/>
            <p:nvPr/>
          </p:nvSpPr>
          <p:spPr>
            <a:xfrm>
              <a:off x="-3559050" y="-1636200"/>
              <a:ext cx="76175" cy="68900"/>
            </a:xfrm>
            <a:custGeom>
              <a:rect b="b" l="l" r="r" t="t"/>
              <a:pathLst>
                <a:path extrusionOk="0" h="2756" w="3047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34"/>
            <p:cNvSpPr/>
            <p:nvPr/>
          </p:nvSpPr>
          <p:spPr>
            <a:xfrm>
              <a:off x="-3151175" y="-2605875"/>
              <a:ext cx="752125" cy="750250"/>
            </a:xfrm>
            <a:custGeom>
              <a:rect b="b" l="l" r="r" t="t"/>
              <a:pathLst>
                <a:path extrusionOk="0" h="30010" w="30085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4"/>
            <p:cNvSpPr/>
            <p:nvPr/>
          </p:nvSpPr>
          <p:spPr>
            <a:xfrm>
              <a:off x="-2704800" y="-2461050"/>
              <a:ext cx="155150" cy="155150"/>
            </a:xfrm>
            <a:custGeom>
              <a:rect b="b" l="l" r="r" t="t"/>
              <a:pathLst>
                <a:path extrusionOk="0" h="6206" w="6206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4"/>
            <p:cNvSpPr/>
            <p:nvPr/>
          </p:nvSpPr>
          <p:spPr>
            <a:xfrm>
              <a:off x="-2435025" y="-2631025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34"/>
            <p:cNvSpPr/>
            <p:nvPr/>
          </p:nvSpPr>
          <p:spPr>
            <a:xfrm>
              <a:off x="-3175450" y="-1887725"/>
              <a:ext cx="56675" cy="56925"/>
            </a:xfrm>
            <a:custGeom>
              <a:rect b="b" l="l" r="r" t="t"/>
              <a:pathLst>
                <a:path extrusionOk="0" h="2277" w="2267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0" name="Google Shape;880;p34"/>
          <p:cNvGrpSpPr/>
          <p:nvPr/>
        </p:nvGrpSpPr>
        <p:grpSpPr>
          <a:xfrm flipH="1">
            <a:off x="2309235" y="-400369"/>
            <a:ext cx="1019565" cy="1290805"/>
            <a:chOff x="-4017975" y="-49702"/>
            <a:chExt cx="1162825" cy="1472177"/>
          </a:xfrm>
        </p:grpSpPr>
        <p:sp>
          <p:nvSpPr>
            <p:cNvPr id="881" name="Google Shape;881;p34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34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34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34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34"/>
            <p:cNvSpPr/>
            <p:nvPr/>
          </p:nvSpPr>
          <p:spPr>
            <a:xfrm>
              <a:off x="-3633259" y="-49702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34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34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8" name="Google Shape;888;p34"/>
          <p:cNvGrpSpPr/>
          <p:nvPr/>
        </p:nvGrpSpPr>
        <p:grpSpPr>
          <a:xfrm>
            <a:off x="3698801" y="156500"/>
            <a:ext cx="873200" cy="618275"/>
            <a:chOff x="2240101" y="2000"/>
            <a:chExt cx="873200" cy="618275"/>
          </a:xfrm>
        </p:grpSpPr>
        <p:grpSp>
          <p:nvGrpSpPr>
            <p:cNvPr id="889" name="Google Shape;889;p34"/>
            <p:cNvGrpSpPr/>
            <p:nvPr/>
          </p:nvGrpSpPr>
          <p:grpSpPr>
            <a:xfrm flipH="1">
              <a:off x="2240101" y="2000"/>
              <a:ext cx="323925" cy="323650"/>
              <a:chOff x="1608625" y="299800"/>
              <a:chExt cx="323925" cy="323650"/>
            </a:xfrm>
          </p:grpSpPr>
          <p:sp>
            <p:nvSpPr>
              <p:cNvPr id="890" name="Google Shape;890;p34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34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2" name="Google Shape;892;p34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93" name="Google Shape;893;p34"/>
            <p:cNvSpPr/>
            <p:nvPr/>
          </p:nvSpPr>
          <p:spPr>
            <a:xfrm flipH="1">
              <a:off x="2564026" y="73375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4" name="Google Shape;894;p34"/>
          <p:cNvGrpSpPr/>
          <p:nvPr/>
        </p:nvGrpSpPr>
        <p:grpSpPr>
          <a:xfrm flipH="1">
            <a:off x="4163242" y="3973306"/>
            <a:ext cx="1938846" cy="1720830"/>
            <a:chOff x="-4912150" y="-540150"/>
            <a:chExt cx="2211275" cy="1962625"/>
          </a:xfrm>
        </p:grpSpPr>
        <p:sp>
          <p:nvSpPr>
            <p:cNvPr id="895" name="Google Shape;895;p34"/>
            <p:cNvSpPr/>
            <p:nvPr/>
          </p:nvSpPr>
          <p:spPr>
            <a:xfrm>
              <a:off x="-4604150" y="-280425"/>
              <a:ext cx="858750" cy="1117575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34"/>
            <p:cNvSpPr/>
            <p:nvPr/>
          </p:nvSpPr>
          <p:spPr>
            <a:xfrm>
              <a:off x="-3780300" y="-305525"/>
              <a:ext cx="62525" cy="57000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4"/>
            <p:cNvSpPr/>
            <p:nvPr/>
          </p:nvSpPr>
          <p:spPr>
            <a:xfrm>
              <a:off x="-4199050" y="281125"/>
              <a:ext cx="155150" cy="154850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4"/>
            <p:cNvSpPr/>
            <p:nvPr/>
          </p:nvSpPr>
          <p:spPr>
            <a:xfrm>
              <a:off x="-4514575" y="97000"/>
              <a:ext cx="740775" cy="896950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34"/>
            <p:cNvSpPr/>
            <p:nvPr/>
          </p:nvSpPr>
          <p:spPr>
            <a:xfrm>
              <a:off x="-3809300" y="72075"/>
              <a:ext cx="61400" cy="56825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34"/>
            <p:cNvSpPr/>
            <p:nvPr/>
          </p:nvSpPr>
          <p:spPr>
            <a:xfrm>
              <a:off x="-4203525" y="-330075"/>
              <a:ext cx="275400" cy="273925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34"/>
            <p:cNvSpPr/>
            <p:nvPr/>
          </p:nvSpPr>
          <p:spPr>
            <a:xfrm>
              <a:off x="-3964425" y="-355100"/>
              <a:ext cx="64750" cy="56950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34"/>
            <p:cNvSpPr/>
            <p:nvPr/>
          </p:nvSpPr>
          <p:spPr>
            <a:xfrm>
              <a:off x="-4230300" y="-88200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34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34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4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4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34"/>
            <p:cNvSpPr/>
            <p:nvPr/>
          </p:nvSpPr>
          <p:spPr>
            <a:xfrm>
              <a:off x="-3761575" y="553550"/>
              <a:ext cx="51025" cy="38375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34"/>
            <p:cNvSpPr/>
            <p:nvPr/>
          </p:nvSpPr>
          <p:spPr>
            <a:xfrm>
              <a:off x="-4478025" y="655725"/>
              <a:ext cx="666475" cy="651250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34"/>
            <p:cNvSpPr/>
            <p:nvPr/>
          </p:nvSpPr>
          <p:spPr>
            <a:xfrm>
              <a:off x="-4579025" y="1370700"/>
              <a:ext cx="46900" cy="38375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34"/>
            <p:cNvSpPr/>
            <p:nvPr/>
          </p:nvSpPr>
          <p:spPr>
            <a:xfrm>
              <a:off x="-4912150" y="393325"/>
              <a:ext cx="547675" cy="546850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34"/>
            <p:cNvSpPr/>
            <p:nvPr/>
          </p:nvSpPr>
          <p:spPr>
            <a:xfrm>
              <a:off x="-3248550" y="-540150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4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4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4" name="Google Shape;914;p34"/>
          <p:cNvSpPr txBox="1"/>
          <p:nvPr/>
        </p:nvSpPr>
        <p:spPr>
          <a:xfrm>
            <a:off x="4980600" y="2573200"/>
            <a:ext cx="33804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CRÉDITS: Ce modèle de présentation a été créé par </a:t>
            </a:r>
            <a:r>
              <a:rPr b="1" lang="es" sz="1200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comprenant des icônes de </a:t>
            </a:r>
            <a:r>
              <a:rPr b="1" lang="es" sz="1200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des infographies et des images de </a:t>
            </a:r>
            <a:r>
              <a:rPr b="1" lang="es" sz="1200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7_1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7" name="Google Shape;917;p36"/>
          <p:cNvGrpSpPr/>
          <p:nvPr/>
        </p:nvGrpSpPr>
        <p:grpSpPr>
          <a:xfrm>
            <a:off x="8352588" y="816213"/>
            <a:ext cx="1040638" cy="901375"/>
            <a:chOff x="8457538" y="810363"/>
            <a:chExt cx="1040638" cy="901375"/>
          </a:xfrm>
        </p:grpSpPr>
        <p:grpSp>
          <p:nvGrpSpPr>
            <p:cNvPr id="918" name="Google Shape;918;p36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919" name="Google Shape;919;p36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36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1" name="Google Shape;921;p36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922" name="Google Shape;922;p36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36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36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25" name="Google Shape;925;p36"/>
          <p:cNvGrpSpPr/>
          <p:nvPr/>
        </p:nvGrpSpPr>
        <p:grpSpPr>
          <a:xfrm>
            <a:off x="4841575" y="4619788"/>
            <a:ext cx="1040638" cy="901375"/>
            <a:chOff x="8457538" y="810363"/>
            <a:chExt cx="1040638" cy="901375"/>
          </a:xfrm>
        </p:grpSpPr>
        <p:grpSp>
          <p:nvGrpSpPr>
            <p:cNvPr id="926" name="Google Shape;926;p36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927" name="Google Shape;927;p36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36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9" name="Google Shape;929;p36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930" name="Google Shape;930;p36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36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36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33" name="Google Shape;933;p36"/>
          <p:cNvGrpSpPr/>
          <p:nvPr/>
        </p:nvGrpSpPr>
        <p:grpSpPr>
          <a:xfrm>
            <a:off x="8352591" y="196800"/>
            <a:ext cx="713803" cy="706547"/>
            <a:chOff x="-4017975" y="616650"/>
            <a:chExt cx="814100" cy="805825"/>
          </a:xfrm>
        </p:grpSpPr>
        <p:sp>
          <p:nvSpPr>
            <p:cNvPr id="934" name="Google Shape;934;p36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36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36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36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8" name="Google Shape;938;p36"/>
          <p:cNvGrpSpPr/>
          <p:nvPr/>
        </p:nvGrpSpPr>
        <p:grpSpPr>
          <a:xfrm rot="10800000">
            <a:off x="-728606" y="92693"/>
            <a:ext cx="1803578" cy="1592367"/>
            <a:chOff x="-4912150" y="-393637"/>
            <a:chExt cx="2057000" cy="1816112"/>
          </a:xfrm>
        </p:grpSpPr>
        <p:sp>
          <p:nvSpPr>
            <p:cNvPr id="939" name="Google Shape;939;p36"/>
            <p:cNvSpPr/>
            <p:nvPr/>
          </p:nvSpPr>
          <p:spPr>
            <a:xfrm>
              <a:off x="-4604150" y="-280425"/>
              <a:ext cx="858750" cy="1117575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36"/>
            <p:cNvSpPr/>
            <p:nvPr/>
          </p:nvSpPr>
          <p:spPr>
            <a:xfrm>
              <a:off x="-3780300" y="-305525"/>
              <a:ext cx="62525" cy="57000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36"/>
            <p:cNvSpPr/>
            <p:nvPr/>
          </p:nvSpPr>
          <p:spPr>
            <a:xfrm>
              <a:off x="-4199050" y="281125"/>
              <a:ext cx="155150" cy="154850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36"/>
            <p:cNvSpPr/>
            <p:nvPr/>
          </p:nvSpPr>
          <p:spPr>
            <a:xfrm>
              <a:off x="-4514575" y="97000"/>
              <a:ext cx="740775" cy="896950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36"/>
            <p:cNvSpPr/>
            <p:nvPr/>
          </p:nvSpPr>
          <p:spPr>
            <a:xfrm>
              <a:off x="-3809300" y="72075"/>
              <a:ext cx="61400" cy="56825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36"/>
            <p:cNvSpPr/>
            <p:nvPr/>
          </p:nvSpPr>
          <p:spPr>
            <a:xfrm>
              <a:off x="-4203525" y="-330075"/>
              <a:ext cx="275400" cy="273925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36"/>
            <p:cNvSpPr/>
            <p:nvPr/>
          </p:nvSpPr>
          <p:spPr>
            <a:xfrm>
              <a:off x="-3964425" y="-355100"/>
              <a:ext cx="64750" cy="56950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36"/>
            <p:cNvSpPr/>
            <p:nvPr/>
          </p:nvSpPr>
          <p:spPr>
            <a:xfrm>
              <a:off x="-4230300" y="-88200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36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36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36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36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36"/>
            <p:cNvSpPr/>
            <p:nvPr/>
          </p:nvSpPr>
          <p:spPr>
            <a:xfrm>
              <a:off x="-3761575" y="553550"/>
              <a:ext cx="51025" cy="38375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36"/>
            <p:cNvSpPr/>
            <p:nvPr/>
          </p:nvSpPr>
          <p:spPr>
            <a:xfrm>
              <a:off x="-4478025" y="655725"/>
              <a:ext cx="666475" cy="651250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36"/>
            <p:cNvSpPr/>
            <p:nvPr/>
          </p:nvSpPr>
          <p:spPr>
            <a:xfrm>
              <a:off x="-4579025" y="1370700"/>
              <a:ext cx="46900" cy="38375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36"/>
            <p:cNvSpPr/>
            <p:nvPr/>
          </p:nvSpPr>
          <p:spPr>
            <a:xfrm>
              <a:off x="-4912150" y="393325"/>
              <a:ext cx="547675" cy="546850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36"/>
            <p:cNvSpPr/>
            <p:nvPr/>
          </p:nvSpPr>
          <p:spPr>
            <a:xfrm>
              <a:off x="-3508415" y="-393637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36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36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38"/>
          <p:cNvSpPr txBox="1"/>
          <p:nvPr>
            <p:ph type="ctrTitle"/>
          </p:nvPr>
        </p:nvSpPr>
        <p:spPr>
          <a:xfrm flipH="1">
            <a:off x="743325" y="1454185"/>
            <a:ext cx="6952800" cy="1339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63" name="Google Shape;963;p38"/>
          <p:cNvSpPr txBox="1"/>
          <p:nvPr>
            <p:ph idx="1" type="subTitle"/>
          </p:nvPr>
        </p:nvSpPr>
        <p:spPr>
          <a:xfrm flipH="1">
            <a:off x="743375" y="3242315"/>
            <a:ext cx="6952800" cy="447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964" name="Google Shape;964;p38"/>
          <p:cNvGrpSpPr/>
          <p:nvPr/>
        </p:nvGrpSpPr>
        <p:grpSpPr>
          <a:xfrm flipH="1">
            <a:off x="3452019" y="-348332"/>
            <a:ext cx="1019565" cy="1290805"/>
            <a:chOff x="-4017975" y="-49702"/>
            <a:chExt cx="1162825" cy="1472177"/>
          </a:xfrm>
        </p:grpSpPr>
        <p:sp>
          <p:nvSpPr>
            <p:cNvPr id="965" name="Google Shape;965;p38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38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38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38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38"/>
            <p:cNvSpPr/>
            <p:nvPr/>
          </p:nvSpPr>
          <p:spPr>
            <a:xfrm>
              <a:off x="-3633259" y="-49702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38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38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2" name="Google Shape;972;p38"/>
          <p:cNvGrpSpPr/>
          <p:nvPr/>
        </p:nvGrpSpPr>
        <p:grpSpPr>
          <a:xfrm flipH="1">
            <a:off x="8425338" y="2120543"/>
            <a:ext cx="1938846" cy="1720830"/>
            <a:chOff x="-1873362" y="2120543"/>
            <a:chExt cx="1938846" cy="1720830"/>
          </a:xfrm>
        </p:grpSpPr>
        <p:sp>
          <p:nvSpPr>
            <p:cNvPr id="973" name="Google Shape;973;p38"/>
            <p:cNvSpPr/>
            <p:nvPr/>
          </p:nvSpPr>
          <p:spPr>
            <a:xfrm>
              <a:off x="-1603307" y="2348270"/>
              <a:ext cx="752952" cy="979890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38"/>
            <p:cNvSpPr/>
            <p:nvPr/>
          </p:nvSpPr>
          <p:spPr>
            <a:xfrm>
              <a:off x="-880956" y="2326262"/>
              <a:ext cx="54822" cy="49978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38"/>
            <p:cNvSpPr/>
            <p:nvPr/>
          </p:nvSpPr>
          <p:spPr>
            <a:xfrm>
              <a:off x="-1248116" y="2840637"/>
              <a:ext cx="136036" cy="135772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38"/>
            <p:cNvSpPr/>
            <p:nvPr/>
          </p:nvSpPr>
          <p:spPr>
            <a:xfrm>
              <a:off x="-1524768" y="2679196"/>
              <a:ext cx="649512" cy="786446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38"/>
            <p:cNvSpPr/>
            <p:nvPr/>
          </p:nvSpPr>
          <p:spPr>
            <a:xfrm>
              <a:off x="-906383" y="2657342"/>
              <a:ext cx="53836" cy="49824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8"/>
            <p:cNvSpPr/>
            <p:nvPr/>
          </p:nvSpPr>
          <p:spPr>
            <a:xfrm>
              <a:off x="-1252039" y="2304737"/>
              <a:ext cx="241471" cy="240177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8"/>
            <p:cNvSpPr/>
            <p:nvPr/>
          </p:nvSpPr>
          <p:spPr>
            <a:xfrm>
              <a:off x="-1042397" y="2282795"/>
              <a:ext cx="56773" cy="49934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8"/>
            <p:cNvSpPr/>
            <p:nvPr/>
          </p:nvSpPr>
          <p:spPr>
            <a:xfrm>
              <a:off x="-1275516" y="2516813"/>
              <a:ext cx="54822" cy="49802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38"/>
            <p:cNvSpPr/>
            <p:nvPr/>
          </p:nvSpPr>
          <p:spPr>
            <a:xfrm>
              <a:off x="-1067824" y="3161765"/>
              <a:ext cx="659200" cy="657841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38"/>
            <p:cNvSpPr/>
            <p:nvPr/>
          </p:nvSpPr>
          <p:spPr>
            <a:xfrm>
              <a:off x="-676683" y="3289011"/>
              <a:ext cx="136014" cy="135772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8"/>
            <p:cNvSpPr/>
            <p:nvPr/>
          </p:nvSpPr>
          <p:spPr>
            <a:xfrm>
              <a:off x="-429382" y="3134825"/>
              <a:ext cx="53836" cy="50065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38"/>
            <p:cNvSpPr/>
            <p:nvPr/>
          </p:nvSpPr>
          <p:spPr>
            <a:xfrm>
              <a:off x="-1089349" y="3791702"/>
              <a:ext cx="49912" cy="49671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38"/>
            <p:cNvSpPr/>
            <p:nvPr/>
          </p:nvSpPr>
          <p:spPr>
            <a:xfrm>
              <a:off x="-864538" y="3079499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8"/>
            <p:cNvSpPr/>
            <p:nvPr/>
          </p:nvSpPr>
          <p:spPr>
            <a:xfrm>
              <a:off x="-1492721" y="3169086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8"/>
            <p:cNvSpPr/>
            <p:nvPr/>
          </p:nvSpPr>
          <p:spPr>
            <a:xfrm>
              <a:off x="-1581278" y="3795976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38"/>
            <p:cNvSpPr/>
            <p:nvPr/>
          </p:nvSpPr>
          <p:spPr>
            <a:xfrm>
              <a:off x="-1873362" y="2939014"/>
              <a:ext cx="480201" cy="479478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38"/>
            <p:cNvSpPr/>
            <p:nvPr/>
          </p:nvSpPr>
          <p:spPr>
            <a:xfrm>
              <a:off x="-414717" y="2120543"/>
              <a:ext cx="480201" cy="47989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38"/>
            <p:cNvSpPr/>
            <p:nvPr/>
          </p:nvSpPr>
          <p:spPr>
            <a:xfrm>
              <a:off x="-287757" y="2820734"/>
              <a:ext cx="217972" cy="209731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38"/>
            <p:cNvSpPr/>
            <p:nvPr/>
          </p:nvSpPr>
          <p:spPr>
            <a:xfrm>
              <a:off x="-221208" y="2878778"/>
              <a:ext cx="93204" cy="93467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2" name="Google Shape;992;p38"/>
          <p:cNvGrpSpPr/>
          <p:nvPr/>
        </p:nvGrpSpPr>
        <p:grpSpPr>
          <a:xfrm flipH="1">
            <a:off x="-1155987" y="-912707"/>
            <a:ext cx="1938846" cy="1720830"/>
            <a:chOff x="-1873362" y="2120543"/>
            <a:chExt cx="1938846" cy="1720830"/>
          </a:xfrm>
        </p:grpSpPr>
        <p:sp>
          <p:nvSpPr>
            <p:cNvPr id="993" name="Google Shape;993;p38"/>
            <p:cNvSpPr/>
            <p:nvPr/>
          </p:nvSpPr>
          <p:spPr>
            <a:xfrm>
              <a:off x="-1603307" y="2348270"/>
              <a:ext cx="752952" cy="979890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38"/>
            <p:cNvSpPr/>
            <p:nvPr/>
          </p:nvSpPr>
          <p:spPr>
            <a:xfrm>
              <a:off x="-880956" y="2326262"/>
              <a:ext cx="54822" cy="49978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38"/>
            <p:cNvSpPr/>
            <p:nvPr/>
          </p:nvSpPr>
          <p:spPr>
            <a:xfrm>
              <a:off x="-1248116" y="2840637"/>
              <a:ext cx="136036" cy="135772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38"/>
            <p:cNvSpPr/>
            <p:nvPr/>
          </p:nvSpPr>
          <p:spPr>
            <a:xfrm>
              <a:off x="-1524768" y="2679196"/>
              <a:ext cx="649512" cy="786446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38"/>
            <p:cNvSpPr/>
            <p:nvPr/>
          </p:nvSpPr>
          <p:spPr>
            <a:xfrm>
              <a:off x="-906383" y="2657342"/>
              <a:ext cx="53836" cy="49824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38"/>
            <p:cNvSpPr/>
            <p:nvPr/>
          </p:nvSpPr>
          <p:spPr>
            <a:xfrm>
              <a:off x="-1252039" y="2304737"/>
              <a:ext cx="241471" cy="240177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38"/>
            <p:cNvSpPr/>
            <p:nvPr/>
          </p:nvSpPr>
          <p:spPr>
            <a:xfrm>
              <a:off x="-1042397" y="2282795"/>
              <a:ext cx="56773" cy="49934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38"/>
            <p:cNvSpPr/>
            <p:nvPr/>
          </p:nvSpPr>
          <p:spPr>
            <a:xfrm>
              <a:off x="-1275516" y="2516813"/>
              <a:ext cx="54822" cy="49802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38"/>
            <p:cNvSpPr/>
            <p:nvPr/>
          </p:nvSpPr>
          <p:spPr>
            <a:xfrm>
              <a:off x="-1067824" y="3161765"/>
              <a:ext cx="659200" cy="657841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38"/>
            <p:cNvSpPr/>
            <p:nvPr/>
          </p:nvSpPr>
          <p:spPr>
            <a:xfrm>
              <a:off x="-676683" y="3289011"/>
              <a:ext cx="136014" cy="135772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38"/>
            <p:cNvSpPr/>
            <p:nvPr/>
          </p:nvSpPr>
          <p:spPr>
            <a:xfrm>
              <a:off x="-429382" y="3134825"/>
              <a:ext cx="53836" cy="50065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38"/>
            <p:cNvSpPr/>
            <p:nvPr/>
          </p:nvSpPr>
          <p:spPr>
            <a:xfrm>
              <a:off x="-1089349" y="3791702"/>
              <a:ext cx="49912" cy="49671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38"/>
            <p:cNvSpPr/>
            <p:nvPr/>
          </p:nvSpPr>
          <p:spPr>
            <a:xfrm>
              <a:off x="-864538" y="3079499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38"/>
            <p:cNvSpPr/>
            <p:nvPr/>
          </p:nvSpPr>
          <p:spPr>
            <a:xfrm>
              <a:off x="-1492721" y="3169086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38"/>
            <p:cNvSpPr/>
            <p:nvPr/>
          </p:nvSpPr>
          <p:spPr>
            <a:xfrm>
              <a:off x="-1581278" y="3795976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38"/>
            <p:cNvSpPr/>
            <p:nvPr/>
          </p:nvSpPr>
          <p:spPr>
            <a:xfrm>
              <a:off x="-1873362" y="2939014"/>
              <a:ext cx="480201" cy="479478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38"/>
            <p:cNvSpPr/>
            <p:nvPr/>
          </p:nvSpPr>
          <p:spPr>
            <a:xfrm>
              <a:off x="-414717" y="2120543"/>
              <a:ext cx="480201" cy="47989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38"/>
            <p:cNvSpPr/>
            <p:nvPr/>
          </p:nvSpPr>
          <p:spPr>
            <a:xfrm>
              <a:off x="-287757" y="2820734"/>
              <a:ext cx="217972" cy="209731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8"/>
            <p:cNvSpPr/>
            <p:nvPr/>
          </p:nvSpPr>
          <p:spPr>
            <a:xfrm>
              <a:off x="-221208" y="2878778"/>
              <a:ext cx="93204" cy="93467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2" name="Google Shape;1012;p38"/>
          <p:cNvGrpSpPr/>
          <p:nvPr/>
        </p:nvGrpSpPr>
        <p:grpSpPr>
          <a:xfrm flipH="1">
            <a:off x="6857372" y="-188512"/>
            <a:ext cx="1516025" cy="1489525"/>
            <a:chOff x="-3888525" y="-3012325"/>
            <a:chExt cx="1516025" cy="1489525"/>
          </a:xfrm>
        </p:grpSpPr>
        <p:sp>
          <p:nvSpPr>
            <p:cNvPr id="1013" name="Google Shape;1013;p38"/>
            <p:cNvSpPr/>
            <p:nvPr/>
          </p:nvSpPr>
          <p:spPr>
            <a:xfrm>
              <a:off x="-3076125" y="-3012325"/>
              <a:ext cx="38525" cy="38250"/>
            </a:xfrm>
            <a:custGeom>
              <a:rect b="b" l="l" r="r" t="t"/>
              <a:pathLst>
                <a:path extrusionOk="0" h="1530" w="1541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8"/>
            <p:cNvSpPr/>
            <p:nvPr/>
          </p:nvSpPr>
          <p:spPr>
            <a:xfrm>
              <a:off x="-3648325" y="-2918425"/>
              <a:ext cx="523950" cy="509300"/>
            </a:xfrm>
            <a:custGeom>
              <a:rect b="b" l="l" r="r" t="t"/>
              <a:pathLst>
                <a:path extrusionOk="0" h="20372" w="20958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38"/>
            <p:cNvSpPr/>
            <p:nvPr/>
          </p:nvSpPr>
          <p:spPr>
            <a:xfrm>
              <a:off x="-3742350" y="-2353475"/>
              <a:ext cx="53025" cy="38650"/>
            </a:xfrm>
            <a:custGeom>
              <a:rect b="b" l="l" r="r" t="t"/>
              <a:pathLst>
                <a:path extrusionOk="0" h="1546" w="2121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38"/>
            <p:cNvSpPr/>
            <p:nvPr/>
          </p:nvSpPr>
          <p:spPr>
            <a:xfrm>
              <a:off x="-3719475" y="-24833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38"/>
            <p:cNvSpPr/>
            <p:nvPr/>
          </p:nvSpPr>
          <p:spPr>
            <a:xfrm>
              <a:off x="-3888525" y="-2128825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38"/>
            <p:cNvSpPr/>
            <p:nvPr/>
          </p:nvSpPr>
          <p:spPr>
            <a:xfrm>
              <a:off x="-3626300" y="-1680825"/>
              <a:ext cx="184175" cy="158025"/>
            </a:xfrm>
            <a:custGeom>
              <a:rect b="b" l="l" r="r" t="t"/>
              <a:pathLst>
                <a:path extrusionOk="0" h="6321" w="7367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38"/>
            <p:cNvSpPr/>
            <p:nvPr/>
          </p:nvSpPr>
          <p:spPr>
            <a:xfrm>
              <a:off x="-3559050" y="-1636200"/>
              <a:ext cx="76175" cy="68900"/>
            </a:xfrm>
            <a:custGeom>
              <a:rect b="b" l="l" r="r" t="t"/>
              <a:pathLst>
                <a:path extrusionOk="0" h="2756" w="3047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8"/>
            <p:cNvSpPr/>
            <p:nvPr/>
          </p:nvSpPr>
          <p:spPr>
            <a:xfrm>
              <a:off x="-3151175" y="-2605875"/>
              <a:ext cx="752125" cy="750250"/>
            </a:xfrm>
            <a:custGeom>
              <a:rect b="b" l="l" r="r" t="t"/>
              <a:pathLst>
                <a:path extrusionOk="0" h="30010" w="30085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38"/>
            <p:cNvSpPr/>
            <p:nvPr/>
          </p:nvSpPr>
          <p:spPr>
            <a:xfrm>
              <a:off x="-2704800" y="-2461050"/>
              <a:ext cx="155150" cy="155150"/>
            </a:xfrm>
            <a:custGeom>
              <a:rect b="b" l="l" r="r" t="t"/>
              <a:pathLst>
                <a:path extrusionOk="0" h="6206" w="6206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38"/>
            <p:cNvSpPr/>
            <p:nvPr/>
          </p:nvSpPr>
          <p:spPr>
            <a:xfrm>
              <a:off x="-2435025" y="-2631025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38"/>
            <p:cNvSpPr/>
            <p:nvPr/>
          </p:nvSpPr>
          <p:spPr>
            <a:xfrm>
              <a:off x="-3175450" y="-1887725"/>
              <a:ext cx="56675" cy="56925"/>
            </a:xfrm>
            <a:custGeom>
              <a:rect b="b" l="l" r="r" t="t"/>
              <a:pathLst>
                <a:path extrusionOk="0" h="2277" w="2267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39"/>
          <p:cNvSpPr txBox="1"/>
          <p:nvPr>
            <p:ph hasCustomPrompt="1" type="title"/>
          </p:nvPr>
        </p:nvSpPr>
        <p:spPr>
          <a:xfrm>
            <a:off x="2598875" y="787425"/>
            <a:ext cx="3946500" cy="1175100"/>
          </a:xfrm>
          <a:prstGeom prst="rect">
            <a:avLst/>
          </a:prstGeom>
          <a:noFill/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9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9pPr>
          </a:lstStyle>
          <a:p>
            <a:r>
              <a:t>xx%</a:t>
            </a:r>
          </a:p>
        </p:txBody>
      </p:sp>
      <p:sp>
        <p:nvSpPr>
          <p:cNvPr id="1026" name="Google Shape;1026;p39"/>
          <p:cNvSpPr txBox="1"/>
          <p:nvPr>
            <p:ph idx="2" type="title"/>
          </p:nvPr>
        </p:nvSpPr>
        <p:spPr>
          <a:xfrm>
            <a:off x="2598625" y="2347850"/>
            <a:ext cx="3946500" cy="1229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Jost"/>
                <a:ea typeface="Jost"/>
                <a:cs typeface="Jost"/>
                <a:sym typeface="Jos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027" name="Google Shape;1027;p39"/>
          <p:cNvSpPr txBox="1"/>
          <p:nvPr>
            <p:ph idx="1" type="subTitle"/>
          </p:nvPr>
        </p:nvSpPr>
        <p:spPr>
          <a:xfrm>
            <a:off x="2598875" y="3643263"/>
            <a:ext cx="3946500" cy="7128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grpSp>
        <p:nvGrpSpPr>
          <p:cNvPr id="1028" name="Google Shape;1028;p39"/>
          <p:cNvGrpSpPr/>
          <p:nvPr/>
        </p:nvGrpSpPr>
        <p:grpSpPr>
          <a:xfrm flipH="1">
            <a:off x="7451744" y="244568"/>
            <a:ext cx="1019565" cy="1290805"/>
            <a:chOff x="-4017975" y="-49702"/>
            <a:chExt cx="1162825" cy="1472177"/>
          </a:xfrm>
        </p:grpSpPr>
        <p:sp>
          <p:nvSpPr>
            <p:cNvPr id="1029" name="Google Shape;1029;p39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39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39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39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39"/>
            <p:cNvSpPr/>
            <p:nvPr/>
          </p:nvSpPr>
          <p:spPr>
            <a:xfrm>
              <a:off x="-3633259" y="-49702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39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39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6" name="Google Shape;1036;p39"/>
          <p:cNvGrpSpPr/>
          <p:nvPr/>
        </p:nvGrpSpPr>
        <p:grpSpPr>
          <a:xfrm flipH="1">
            <a:off x="2648022" y="-702112"/>
            <a:ext cx="1516025" cy="1489525"/>
            <a:chOff x="-3888525" y="-3012325"/>
            <a:chExt cx="1516025" cy="1489525"/>
          </a:xfrm>
        </p:grpSpPr>
        <p:sp>
          <p:nvSpPr>
            <p:cNvPr id="1037" name="Google Shape;1037;p39"/>
            <p:cNvSpPr/>
            <p:nvPr/>
          </p:nvSpPr>
          <p:spPr>
            <a:xfrm>
              <a:off x="-3076125" y="-3012325"/>
              <a:ext cx="38525" cy="38250"/>
            </a:xfrm>
            <a:custGeom>
              <a:rect b="b" l="l" r="r" t="t"/>
              <a:pathLst>
                <a:path extrusionOk="0" h="1530" w="1541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39"/>
            <p:cNvSpPr/>
            <p:nvPr/>
          </p:nvSpPr>
          <p:spPr>
            <a:xfrm>
              <a:off x="-3648325" y="-2918425"/>
              <a:ext cx="523950" cy="509300"/>
            </a:xfrm>
            <a:custGeom>
              <a:rect b="b" l="l" r="r" t="t"/>
              <a:pathLst>
                <a:path extrusionOk="0" h="20372" w="20958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39"/>
            <p:cNvSpPr/>
            <p:nvPr/>
          </p:nvSpPr>
          <p:spPr>
            <a:xfrm>
              <a:off x="-3742350" y="-2353475"/>
              <a:ext cx="53025" cy="38650"/>
            </a:xfrm>
            <a:custGeom>
              <a:rect b="b" l="l" r="r" t="t"/>
              <a:pathLst>
                <a:path extrusionOk="0" h="1546" w="2121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39"/>
            <p:cNvSpPr/>
            <p:nvPr/>
          </p:nvSpPr>
          <p:spPr>
            <a:xfrm>
              <a:off x="-3719475" y="-24833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39"/>
            <p:cNvSpPr/>
            <p:nvPr/>
          </p:nvSpPr>
          <p:spPr>
            <a:xfrm>
              <a:off x="-3888525" y="-2128825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39"/>
            <p:cNvSpPr/>
            <p:nvPr/>
          </p:nvSpPr>
          <p:spPr>
            <a:xfrm>
              <a:off x="-3626300" y="-1680825"/>
              <a:ext cx="184175" cy="158025"/>
            </a:xfrm>
            <a:custGeom>
              <a:rect b="b" l="l" r="r" t="t"/>
              <a:pathLst>
                <a:path extrusionOk="0" h="6321" w="7367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39"/>
            <p:cNvSpPr/>
            <p:nvPr/>
          </p:nvSpPr>
          <p:spPr>
            <a:xfrm>
              <a:off x="-3559050" y="-1636200"/>
              <a:ext cx="76175" cy="68900"/>
            </a:xfrm>
            <a:custGeom>
              <a:rect b="b" l="l" r="r" t="t"/>
              <a:pathLst>
                <a:path extrusionOk="0" h="2756" w="3047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39"/>
            <p:cNvSpPr/>
            <p:nvPr/>
          </p:nvSpPr>
          <p:spPr>
            <a:xfrm>
              <a:off x="-3151175" y="-2605875"/>
              <a:ext cx="752125" cy="750250"/>
            </a:xfrm>
            <a:custGeom>
              <a:rect b="b" l="l" r="r" t="t"/>
              <a:pathLst>
                <a:path extrusionOk="0" h="30010" w="30085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39"/>
            <p:cNvSpPr/>
            <p:nvPr/>
          </p:nvSpPr>
          <p:spPr>
            <a:xfrm>
              <a:off x="-2704800" y="-2461050"/>
              <a:ext cx="155150" cy="155150"/>
            </a:xfrm>
            <a:custGeom>
              <a:rect b="b" l="l" r="r" t="t"/>
              <a:pathLst>
                <a:path extrusionOk="0" h="6206" w="6206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39"/>
            <p:cNvSpPr/>
            <p:nvPr/>
          </p:nvSpPr>
          <p:spPr>
            <a:xfrm>
              <a:off x="-2435025" y="-2631025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39"/>
            <p:cNvSpPr/>
            <p:nvPr/>
          </p:nvSpPr>
          <p:spPr>
            <a:xfrm>
              <a:off x="-3175450" y="-1887725"/>
              <a:ext cx="56675" cy="56925"/>
            </a:xfrm>
            <a:custGeom>
              <a:rect b="b" l="l" r="r" t="t"/>
              <a:pathLst>
                <a:path extrusionOk="0" h="2277" w="2267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8" name="Google Shape;1048;p39"/>
          <p:cNvGrpSpPr/>
          <p:nvPr/>
        </p:nvGrpSpPr>
        <p:grpSpPr>
          <a:xfrm flipH="1">
            <a:off x="579363" y="3923368"/>
            <a:ext cx="1938846" cy="1720830"/>
            <a:chOff x="-1873362" y="2120543"/>
            <a:chExt cx="1938846" cy="1720830"/>
          </a:xfrm>
        </p:grpSpPr>
        <p:sp>
          <p:nvSpPr>
            <p:cNvPr id="1049" name="Google Shape;1049;p39"/>
            <p:cNvSpPr/>
            <p:nvPr/>
          </p:nvSpPr>
          <p:spPr>
            <a:xfrm>
              <a:off x="-1603307" y="2348270"/>
              <a:ext cx="752952" cy="979890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39"/>
            <p:cNvSpPr/>
            <p:nvPr/>
          </p:nvSpPr>
          <p:spPr>
            <a:xfrm>
              <a:off x="-880956" y="2326262"/>
              <a:ext cx="54822" cy="49978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39"/>
            <p:cNvSpPr/>
            <p:nvPr/>
          </p:nvSpPr>
          <p:spPr>
            <a:xfrm>
              <a:off x="-1248116" y="2840637"/>
              <a:ext cx="136036" cy="135772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39"/>
            <p:cNvSpPr/>
            <p:nvPr/>
          </p:nvSpPr>
          <p:spPr>
            <a:xfrm>
              <a:off x="-1524768" y="2679196"/>
              <a:ext cx="649512" cy="786446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39"/>
            <p:cNvSpPr/>
            <p:nvPr/>
          </p:nvSpPr>
          <p:spPr>
            <a:xfrm>
              <a:off x="-906383" y="2657342"/>
              <a:ext cx="53836" cy="49824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39"/>
            <p:cNvSpPr/>
            <p:nvPr/>
          </p:nvSpPr>
          <p:spPr>
            <a:xfrm>
              <a:off x="-1252039" y="2304737"/>
              <a:ext cx="241471" cy="240177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39"/>
            <p:cNvSpPr/>
            <p:nvPr/>
          </p:nvSpPr>
          <p:spPr>
            <a:xfrm>
              <a:off x="-1042397" y="2282795"/>
              <a:ext cx="56773" cy="49934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39"/>
            <p:cNvSpPr/>
            <p:nvPr/>
          </p:nvSpPr>
          <p:spPr>
            <a:xfrm>
              <a:off x="-1275516" y="2516813"/>
              <a:ext cx="54822" cy="49802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39"/>
            <p:cNvSpPr/>
            <p:nvPr/>
          </p:nvSpPr>
          <p:spPr>
            <a:xfrm>
              <a:off x="-1067824" y="3161765"/>
              <a:ext cx="659200" cy="657841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39"/>
            <p:cNvSpPr/>
            <p:nvPr/>
          </p:nvSpPr>
          <p:spPr>
            <a:xfrm>
              <a:off x="-676683" y="3289011"/>
              <a:ext cx="136014" cy="135772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39"/>
            <p:cNvSpPr/>
            <p:nvPr/>
          </p:nvSpPr>
          <p:spPr>
            <a:xfrm>
              <a:off x="-429382" y="3134825"/>
              <a:ext cx="53836" cy="50065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39"/>
            <p:cNvSpPr/>
            <p:nvPr/>
          </p:nvSpPr>
          <p:spPr>
            <a:xfrm>
              <a:off x="-1089349" y="3791702"/>
              <a:ext cx="49912" cy="49671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39"/>
            <p:cNvSpPr/>
            <p:nvPr/>
          </p:nvSpPr>
          <p:spPr>
            <a:xfrm>
              <a:off x="-864538" y="3079499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39"/>
            <p:cNvSpPr/>
            <p:nvPr/>
          </p:nvSpPr>
          <p:spPr>
            <a:xfrm>
              <a:off x="-1492721" y="3169086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39"/>
            <p:cNvSpPr/>
            <p:nvPr/>
          </p:nvSpPr>
          <p:spPr>
            <a:xfrm>
              <a:off x="-1581278" y="3795976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39"/>
            <p:cNvSpPr/>
            <p:nvPr/>
          </p:nvSpPr>
          <p:spPr>
            <a:xfrm>
              <a:off x="-1873362" y="2939014"/>
              <a:ext cx="480201" cy="479478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39"/>
            <p:cNvSpPr/>
            <p:nvPr/>
          </p:nvSpPr>
          <p:spPr>
            <a:xfrm>
              <a:off x="-414717" y="2120543"/>
              <a:ext cx="480201" cy="47989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39"/>
            <p:cNvSpPr/>
            <p:nvPr/>
          </p:nvSpPr>
          <p:spPr>
            <a:xfrm>
              <a:off x="-287757" y="2820734"/>
              <a:ext cx="217972" cy="209731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39"/>
            <p:cNvSpPr/>
            <p:nvPr/>
          </p:nvSpPr>
          <p:spPr>
            <a:xfrm>
              <a:off x="-221208" y="2878778"/>
              <a:ext cx="93204" cy="93467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8" name="Google Shape;1068;p39"/>
          <p:cNvGrpSpPr/>
          <p:nvPr/>
        </p:nvGrpSpPr>
        <p:grpSpPr>
          <a:xfrm flipH="1">
            <a:off x="-1155987" y="-338232"/>
            <a:ext cx="1938846" cy="1720830"/>
            <a:chOff x="-1873362" y="2120543"/>
            <a:chExt cx="1938846" cy="1720830"/>
          </a:xfrm>
        </p:grpSpPr>
        <p:sp>
          <p:nvSpPr>
            <p:cNvPr id="1069" name="Google Shape;1069;p39"/>
            <p:cNvSpPr/>
            <p:nvPr/>
          </p:nvSpPr>
          <p:spPr>
            <a:xfrm>
              <a:off x="-1603307" y="2348270"/>
              <a:ext cx="752952" cy="979890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39"/>
            <p:cNvSpPr/>
            <p:nvPr/>
          </p:nvSpPr>
          <p:spPr>
            <a:xfrm>
              <a:off x="-880956" y="2326262"/>
              <a:ext cx="54822" cy="49978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39"/>
            <p:cNvSpPr/>
            <p:nvPr/>
          </p:nvSpPr>
          <p:spPr>
            <a:xfrm>
              <a:off x="-1248116" y="2840637"/>
              <a:ext cx="136036" cy="135772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39"/>
            <p:cNvSpPr/>
            <p:nvPr/>
          </p:nvSpPr>
          <p:spPr>
            <a:xfrm>
              <a:off x="-1524768" y="2679196"/>
              <a:ext cx="649512" cy="786446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39"/>
            <p:cNvSpPr/>
            <p:nvPr/>
          </p:nvSpPr>
          <p:spPr>
            <a:xfrm>
              <a:off x="-906383" y="2657342"/>
              <a:ext cx="53836" cy="49824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39"/>
            <p:cNvSpPr/>
            <p:nvPr/>
          </p:nvSpPr>
          <p:spPr>
            <a:xfrm>
              <a:off x="-1252039" y="2304737"/>
              <a:ext cx="241471" cy="240177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39"/>
            <p:cNvSpPr/>
            <p:nvPr/>
          </p:nvSpPr>
          <p:spPr>
            <a:xfrm>
              <a:off x="-1042397" y="2282795"/>
              <a:ext cx="56773" cy="49934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39"/>
            <p:cNvSpPr/>
            <p:nvPr/>
          </p:nvSpPr>
          <p:spPr>
            <a:xfrm>
              <a:off x="-1275516" y="2516813"/>
              <a:ext cx="54822" cy="49802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39"/>
            <p:cNvSpPr/>
            <p:nvPr/>
          </p:nvSpPr>
          <p:spPr>
            <a:xfrm>
              <a:off x="-1067824" y="3161765"/>
              <a:ext cx="659200" cy="657841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39"/>
            <p:cNvSpPr/>
            <p:nvPr/>
          </p:nvSpPr>
          <p:spPr>
            <a:xfrm>
              <a:off x="-676683" y="3289011"/>
              <a:ext cx="136014" cy="135772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39"/>
            <p:cNvSpPr/>
            <p:nvPr/>
          </p:nvSpPr>
          <p:spPr>
            <a:xfrm>
              <a:off x="-429382" y="3134825"/>
              <a:ext cx="53836" cy="50065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39"/>
            <p:cNvSpPr/>
            <p:nvPr/>
          </p:nvSpPr>
          <p:spPr>
            <a:xfrm>
              <a:off x="-1089349" y="3791702"/>
              <a:ext cx="49912" cy="49671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39"/>
            <p:cNvSpPr/>
            <p:nvPr/>
          </p:nvSpPr>
          <p:spPr>
            <a:xfrm>
              <a:off x="-864538" y="3079499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39"/>
            <p:cNvSpPr/>
            <p:nvPr/>
          </p:nvSpPr>
          <p:spPr>
            <a:xfrm>
              <a:off x="-1492721" y="3169086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39"/>
            <p:cNvSpPr/>
            <p:nvPr/>
          </p:nvSpPr>
          <p:spPr>
            <a:xfrm>
              <a:off x="-1581278" y="3795976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39"/>
            <p:cNvSpPr/>
            <p:nvPr/>
          </p:nvSpPr>
          <p:spPr>
            <a:xfrm>
              <a:off x="-1873362" y="2939014"/>
              <a:ext cx="480201" cy="479478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39"/>
            <p:cNvSpPr/>
            <p:nvPr/>
          </p:nvSpPr>
          <p:spPr>
            <a:xfrm>
              <a:off x="-414717" y="2120543"/>
              <a:ext cx="480201" cy="47989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39"/>
            <p:cNvSpPr/>
            <p:nvPr/>
          </p:nvSpPr>
          <p:spPr>
            <a:xfrm>
              <a:off x="-287757" y="2820734"/>
              <a:ext cx="217972" cy="209731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39"/>
            <p:cNvSpPr/>
            <p:nvPr/>
          </p:nvSpPr>
          <p:spPr>
            <a:xfrm>
              <a:off x="-221208" y="2878778"/>
              <a:ext cx="93204" cy="93467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40"/>
          <p:cNvSpPr txBox="1"/>
          <p:nvPr>
            <p:ph idx="1" type="body"/>
          </p:nvPr>
        </p:nvSpPr>
        <p:spPr>
          <a:xfrm>
            <a:off x="782850" y="1995825"/>
            <a:ext cx="3904500" cy="259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090" name="Google Shape;1090;p40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1" name="Google Shape;1091;p40"/>
          <p:cNvSpPr txBox="1"/>
          <p:nvPr>
            <p:ph idx="2" type="subTitle"/>
          </p:nvPr>
        </p:nvSpPr>
        <p:spPr>
          <a:xfrm>
            <a:off x="1682625" y="1355275"/>
            <a:ext cx="5779200" cy="53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41"/>
          <p:cNvSpPr txBox="1"/>
          <p:nvPr>
            <p:ph type="title"/>
          </p:nvPr>
        </p:nvSpPr>
        <p:spPr>
          <a:xfrm>
            <a:off x="917813" y="740425"/>
            <a:ext cx="3351600" cy="8592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4" name="Google Shape;1094;p41"/>
          <p:cNvSpPr txBox="1"/>
          <p:nvPr>
            <p:ph idx="1" type="subTitle"/>
          </p:nvPr>
        </p:nvSpPr>
        <p:spPr>
          <a:xfrm>
            <a:off x="4437188" y="3399874"/>
            <a:ext cx="3789000" cy="10032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5" name="Google Shape;1095;p41"/>
          <p:cNvSpPr txBox="1"/>
          <p:nvPr>
            <p:ph idx="2" type="subTitle"/>
          </p:nvPr>
        </p:nvSpPr>
        <p:spPr>
          <a:xfrm>
            <a:off x="4874588" y="2388438"/>
            <a:ext cx="3351600" cy="8592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8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6" name="Google Shape;1096;p41"/>
          <p:cNvSpPr txBox="1"/>
          <p:nvPr>
            <p:ph idx="3" type="subTitle"/>
          </p:nvPr>
        </p:nvSpPr>
        <p:spPr>
          <a:xfrm>
            <a:off x="917813" y="1751950"/>
            <a:ext cx="3789000" cy="10032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097" name="Google Shape;1097;p41"/>
          <p:cNvGrpSpPr/>
          <p:nvPr/>
        </p:nvGrpSpPr>
        <p:grpSpPr>
          <a:xfrm rot="10800000">
            <a:off x="-287269" y="3176993"/>
            <a:ext cx="1803578" cy="1592367"/>
            <a:chOff x="-4912150" y="-393637"/>
            <a:chExt cx="2057000" cy="1816112"/>
          </a:xfrm>
        </p:grpSpPr>
        <p:sp>
          <p:nvSpPr>
            <p:cNvPr id="1098" name="Google Shape;1098;p41"/>
            <p:cNvSpPr/>
            <p:nvPr/>
          </p:nvSpPr>
          <p:spPr>
            <a:xfrm>
              <a:off x="-4604150" y="-280425"/>
              <a:ext cx="858750" cy="1117575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41"/>
            <p:cNvSpPr/>
            <p:nvPr/>
          </p:nvSpPr>
          <p:spPr>
            <a:xfrm>
              <a:off x="-3780300" y="-305525"/>
              <a:ext cx="62525" cy="57000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41"/>
            <p:cNvSpPr/>
            <p:nvPr/>
          </p:nvSpPr>
          <p:spPr>
            <a:xfrm>
              <a:off x="-4199050" y="281125"/>
              <a:ext cx="155150" cy="154850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41"/>
            <p:cNvSpPr/>
            <p:nvPr/>
          </p:nvSpPr>
          <p:spPr>
            <a:xfrm>
              <a:off x="-4514575" y="97000"/>
              <a:ext cx="740775" cy="896950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41"/>
            <p:cNvSpPr/>
            <p:nvPr/>
          </p:nvSpPr>
          <p:spPr>
            <a:xfrm>
              <a:off x="-3809300" y="72075"/>
              <a:ext cx="61400" cy="56825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41"/>
            <p:cNvSpPr/>
            <p:nvPr/>
          </p:nvSpPr>
          <p:spPr>
            <a:xfrm>
              <a:off x="-4203525" y="-330075"/>
              <a:ext cx="275400" cy="273925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41"/>
            <p:cNvSpPr/>
            <p:nvPr/>
          </p:nvSpPr>
          <p:spPr>
            <a:xfrm>
              <a:off x="-3964425" y="-355100"/>
              <a:ext cx="64750" cy="56950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41"/>
            <p:cNvSpPr/>
            <p:nvPr/>
          </p:nvSpPr>
          <p:spPr>
            <a:xfrm>
              <a:off x="-4230300" y="-88200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41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41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41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41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41"/>
            <p:cNvSpPr/>
            <p:nvPr/>
          </p:nvSpPr>
          <p:spPr>
            <a:xfrm>
              <a:off x="-3761575" y="553550"/>
              <a:ext cx="51025" cy="38375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41"/>
            <p:cNvSpPr/>
            <p:nvPr/>
          </p:nvSpPr>
          <p:spPr>
            <a:xfrm>
              <a:off x="-4478025" y="655725"/>
              <a:ext cx="666475" cy="651250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41"/>
            <p:cNvSpPr/>
            <p:nvPr/>
          </p:nvSpPr>
          <p:spPr>
            <a:xfrm>
              <a:off x="-4579025" y="1370700"/>
              <a:ext cx="46900" cy="38375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41"/>
            <p:cNvSpPr/>
            <p:nvPr/>
          </p:nvSpPr>
          <p:spPr>
            <a:xfrm>
              <a:off x="-4912150" y="393325"/>
              <a:ext cx="547675" cy="546850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41"/>
            <p:cNvSpPr/>
            <p:nvPr/>
          </p:nvSpPr>
          <p:spPr>
            <a:xfrm>
              <a:off x="-3508415" y="-393637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41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41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7" name="Google Shape;1117;p41"/>
          <p:cNvGrpSpPr/>
          <p:nvPr/>
        </p:nvGrpSpPr>
        <p:grpSpPr>
          <a:xfrm>
            <a:off x="6039350" y="414138"/>
            <a:ext cx="1040638" cy="901375"/>
            <a:chOff x="8457538" y="810363"/>
            <a:chExt cx="1040638" cy="901375"/>
          </a:xfrm>
        </p:grpSpPr>
        <p:grpSp>
          <p:nvGrpSpPr>
            <p:cNvPr id="1118" name="Google Shape;1118;p41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119" name="Google Shape;1119;p41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41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21" name="Google Shape;1121;p41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122" name="Google Shape;1122;p41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41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41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25" name="Google Shape;1125;p41"/>
          <p:cNvGrpSpPr/>
          <p:nvPr/>
        </p:nvGrpSpPr>
        <p:grpSpPr>
          <a:xfrm>
            <a:off x="2021856" y="3530393"/>
            <a:ext cx="1019565" cy="1290805"/>
            <a:chOff x="-4017975" y="-49702"/>
            <a:chExt cx="1162825" cy="1472177"/>
          </a:xfrm>
        </p:grpSpPr>
        <p:sp>
          <p:nvSpPr>
            <p:cNvPr id="1126" name="Google Shape;1126;p41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41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41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41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41"/>
            <p:cNvSpPr/>
            <p:nvPr/>
          </p:nvSpPr>
          <p:spPr>
            <a:xfrm>
              <a:off x="-3633259" y="-49702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41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41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3" name="Google Shape;1133;p41"/>
          <p:cNvGrpSpPr/>
          <p:nvPr/>
        </p:nvGrpSpPr>
        <p:grpSpPr>
          <a:xfrm>
            <a:off x="7572872" y="-168350"/>
            <a:ext cx="1929500" cy="2210100"/>
            <a:chOff x="295725" y="-3462825"/>
            <a:chExt cx="1929500" cy="2210100"/>
          </a:xfrm>
        </p:grpSpPr>
        <p:sp>
          <p:nvSpPr>
            <p:cNvPr id="1134" name="Google Shape;1134;p41"/>
            <p:cNvSpPr/>
            <p:nvPr/>
          </p:nvSpPr>
          <p:spPr>
            <a:xfrm>
              <a:off x="1089425" y="-3462825"/>
              <a:ext cx="700025" cy="959400"/>
            </a:xfrm>
            <a:custGeom>
              <a:rect b="b" l="l" r="r" t="t"/>
              <a:pathLst>
                <a:path extrusionOk="0" h="38376" w="28001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41"/>
            <p:cNvSpPr/>
            <p:nvPr/>
          </p:nvSpPr>
          <p:spPr>
            <a:xfrm>
              <a:off x="1064875" y="-2535525"/>
              <a:ext cx="56950" cy="56925"/>
            </a:xfrm>
            <a:custGeom>
              <a:rect b="b" l="l" r="r" t="t"/>
              <a:pathLst>
                <a:path extrusionOk="0" h="2277" w="2278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41"/>
            <p:cNvSpPr/>
            <p:nvPr/>
          </p:nvSpPr>
          <p:spPr>
            <a:xfrm>
              <a:off x="1212200" y="-2944175"/>
              <a:ext cx="869900" cy="1026350"/>
            </a:xfrm>
            <a:custGeom>
              <a:rect b="b" l="l" r="r" t="t"/>
              <a:pathLst>
                <a:path extrusionOk="0" h="41054" w="34796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41"/>
            <p:cNvSpPr/>
            <p:nvPr/>
          </p:nvSpPr>
          <p:spPr>
            <a:xfrm>
              <a:off x="1577675" y="-2592175"/>
              <a:ext cx="155125" cy="154875"/>
            </a:xfrm>
            <a:custGeom>
              <a:rect b="b" l="l" r="r" t="t"/>
              <a:pathLst>
                <a:path extrusionOk="0" h="6195" w="6205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41"/>
            <p:cNvSpPr/>
            <p:nvPr/>
          </p:nvSpPr>
          <p:spPr>
            <a:xfrm>
              <a:off x="1188475" y="-1949950"/>
              <a:ext cx="56950" cy="56950"/>
            </a:xfrm>
            <a:custGeom>
              <a:rect b="b" l="l" r="r" t="t"/>
              <a:pathLst>
                <a:path extrusionOk="0" h="2278" w="2278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41"/>
            <p:cNvSpPr/>
            <p:nvPr/>
          </p:nvSpPr>
          <p:spPr>
            <a:xfrm>
              <a:off x="2043025" y="-3122375"/>
              <a:ext cx="38525" cy="38650"/>
            </a:xfrm>
            <a:custGeom>
              <a:rect b="b" l="l" r="r" t="t"/>
              <a:pathLst>
                <a:path extrusionOk="0" h="1546" w="1541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41"/>
            <p:cNvSpPr/>
            <p:nvPr/>
          </p:nvSpPr>
          <p:spPr>
            <a:xfrm>
              <a:off x="1472200" y="-3028150"/>
              <a:ext cx="522225" cy="509375"/>
            </a:xfrm>
            <a:custGeom>
              <a:rect b="b" l="l" r="r" t="t"/>
              <a:pathLst>
                <a:path extrusionOk="0" h="20375" w="20889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41"/>
            <p:cNvSpPr/>
            <p:nvPr/>
          </p:nvSpPr>
          <p:spPr>
            <a:xfrm>
              <a:off x="1384050" y="-2463000"/>
              <a:ext cx="38250" cy="38250"/>
            </a:xfrm>
            <a:custGeom>
              <a:rect b="b" l="l" r="r" t="t"/>
              <a:pathLst>
                <a:path extrusionOk="0" h="1530" w="153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41"/>
            <p:cNvSpPr/>
            <p:nvPr/>
          </p:nvSpPr>
          <p:spPr>
            <a:xfrm>
              <a:off x="1108400" y="-3240375"/>
              <a:ext cx="38250" cy="38650"/>
            </a:xfrm>
            <a:custGeom>
              <a:rect b="b" l="l" r="r" t="t"/>
              <a:pathLst>
                <a:path extrusionOk="0" h="1546" w="153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41"/>
            <p:cNvSpPr/>
            <p:nvPr/>
          </p:nvSpPr>
          <p:spPr>
            <a:xfrm>
              <a:off x="537050" y="-3146175"/>
              <a:ext cx="522775" cy="509125"/>
            </a:xfrm>
            <a:custGeom>
              <a:rect b="b" l="l" r="r" t="t"/>
              <a:pathLst>
                <a:path extrusionOk="0" h="20365" w="20911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41"/>
            <p:cNvSpPr/>
            <p:nvPr/>
          </p:nvSpPr>
          <p:spPr>
            <a:xfrm>
              <a:off x="449150" y="-2581150"/>
              <a:ext cx="38250" cy="38375"/>
            </a:xfrm>
            <a:custGeom>
              <a:rect b="b" l="l" r="r" t="t"/>
              <a:pathLst>
                <a:path extrusionOk="0" h="1535" w="153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41"/>
            <p:cNvSpPr/>
            <p:nvPr/>
          </p:nvSpPr>
          <p:spPr>
            <a:xfrm>
              <a:off x="1636250" y="-2122350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41"/>
            <p:cNvSpPr/>
            <p:nvPr/>
          </p:nvSpPr>
          <p:spPr>
            <a:xfrm>
              <a:off x="1711575" y="-2197675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41"/>
            <p:cNvSpPr/>
            <p:nvPr/>
          </p:nvSpPr>
          <p:spPr>
            <a:xfrm>
              <a:off x="1786900" y="-2273000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41"/>
            <p:cNvSpPr/>
            <p:nvPr/>
          </p:nvSpPr>
          <p:spPr>
            <a:xfrm>
              <a:off x="1862225" y="-2348325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41"/>
            <p:cNvSpPr/>
            <p:nvPr/>
          </p:nvSpPr>
          <p:spPr>
            <a:xfrm>
              <a:off x="1937550" y="-2423950"/>
              <a:ext cx="137025" cy="25425"/>
            </a:xfrm>
            <a:custGeom>
              <a:rect b="b" l="l" r="r" t="t"/>
              <a:pathLst>
                <a:path extrusionOk="0" h="1017" w="5481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41"/>
            <p:cNvSpPr/>
            <p:nvPr/>
          </p:nvSpPr>
          <p:spPr>
            <a:xfrm>
              <a:off x="2013150" y="-2499275"/>
              <a:ext cx="136750" cy="25150"/>
            </a:xfrm>
            <a:custGeom>
              <a:rect b="b" l="l" r="r" t="t"/>
              <a:pathLst>
                <a:path extrusionOk="0" h="1006" w="547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41"/>
            <p:cNvSpPr/>
            <p:nvPr/>
          </p:nvSpPr>
          <p:spPr>
            <a:xfrm>
              <a:off x="2088500" y="-2574600"/>
              <a:ext cx="136725" cy="25150"/>
            </a:xfrm>
            <a:custGeom>
              <a:rect b="b" l="l" r="r" t="t"/>
              <a:pathLst>
                <a:path extrusionOk="0" h="1006" w="5469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41"/>
            <p:cNvSpPr/>
            <p:nvPr/>
          </p:nvSpPr>
          <p:spPr>
            <a:xfrm>
              <a:off x="463950" y="-2710950"/>
              <a:ext cx="548500" cy="546775"/>
            </a:xfrm>
            <a:custGeom>
              <a:rect b="b" l="l" r="r" t="t"/>
              <a:pathLst>
                <a:path extrusionOk="0" h="21871" w="2194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41"/>
            <p:cNvSpPr/>
            <p:nvPr/>
          </p:nvSpPr>
          <p:spPr>
            <a:xfrm>
              <a:off x="942975" y="-1800075"/>
              <a:ext cx="549225" cy="547350"/>
            </a:xfrm>
            <a:custGeom>
              <a:rect b="b" l="l" r="r" t="t"/>
              <a:pathLst>
                <a:path extrusionOk="0" h="21894" w="21969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41"/>
            <p:cNvSpPr/>
            <p:nvPr/>
          </p:nvSpPr>
          <p:spPr>
            <a:xfrm>
              <a:off x="295725" y="-2356925"/>
              <a:ext cx="548500" cy="547050"/>
            </a:xfrm>
            <a:custGeom>
              <a:rect b="b" l="l" r="r" t="t"/>
              <a:pathLst>
                <a:path extrusionOk="0" h="21882" w="2194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41"/>
            <p:cNvSpPr/>
            <p:nvPr/>
          </p:nvSpPr>
          <p:spPr>
            <a:xfrm>
              <a:off x="1774900" y="-1975200"/>
              <a:ext cx="248600" cy="239275"/>
            </a:xfrm>
            <a:custGeom>
              <a:rect b="b" l="l" r="r" t="t"/>
              <a:pathLst>
                <a:path extrusionOk="0" h="9571" w="9944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41"/>
            <p:cNvSpPr/>
            <p:nvPr/>
          </p:nvSpPr>
          <p:spPr>
            <a:xfrm>
              <a:off x="1850800" y="-1908650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41"/>
            <p:cNvSpPr/>
            <p:nvPr/>
          </p:nvSpPr>
          <p:spPr>
            <a:xfrm>
              <a:off x="735125" y="-2028925"/>
              <a:ext cx="184150" cy="157950"/>
            </a:xfrm>
            <a:custGeom>
              <a:rect b="b" l="l" r="r" t="t"/>
              <a:pathLst>
                <a:path extrusionOk="0" h="6318" w="7366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41"/>
            <p:cNvSpPr/>
            <p:nvPr/>
          </p:nvSpPr>
          <p:spPr>
            <a:xfrm>
              <a:off x="803475" y="-1984150"/>
              <a:ext cx="74500" cy="69000"/>
            </a:xfrm>
            <a:custGeom>
              <a:rect b="b" l="l" r="r" t="t"/>
              <a:pathLst>
                <a:path extrusionOk="0" h="2760" w="298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42"/>
          <p:cNvSpPr txBox="1"/>
          <p:nvPr>
            <p:ph type="title"/>
          </p:nvPr>
        </p:nvSpPr>
        <p:spPr>
          <a:xfrm>
            <a:off x="782850" y="556250"/>
            <a:ext cx="7578300" cy="5232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61" name="Google Shape;1161;p42"/>
          <p:cNvGrpSpPr/>
          <p:nvPr/>
        </p:nvGrpSpPr>
        <p:grpSpPr>
          <a:xfrm>
            <a:off x="8361160" y="-152294"/>
            <a:ext cx="1040638" cy="1353907"/>
            <a:chOff x="8361160" y="-152294"/>
            <a:chExt cx="1040638" cy="1353907"/>
          </a:xfrm>
        </p:grpSpPr>
        <p:grpSp>
          <p:nvGrpSpPr>
            <p:cNvPr id="1162" name="Google Shape;1162;p42"/>
            <p:cNvGrpSpPr/>
            <p:nvPr/>
          </p:nvGrpSpPr>
          <p:grpSpPr>
            <a:xfrm flipH="1">
              <a:off x="8361160" y="300238"/>
              <a:ext cx="1040638" cy="901375"/>
              <a:chOff x="948060" y="3972813"/>
              <a:chExt cx="1040638" cy="901375"/>
            </a:xfrm>
          </p:grpSpPr>
          <p:grpSp>
            <p:nvGrpSpPr>
              <p:cNvPr id="1163" name="Google Shape;1163;p42"/>
              <p:cNvGrpSpPr/>
              <p:nvPr/>
            </p:nvGrpSpPr>
            <p:grpSpPr>
              <a:xfrm flipH="1">
                <a:off x="948060" y="3972813"/>
                <a:ext cx="716725" cy="901375"/>
                <a:chOff x="-3888525" y="-2483300"/>
                <a:chExt cx="716725" cy="901375"/>
              </a:xfrm>
            </p:grpSpPr>
            <p:sp>
              <p:nvSpPr>
                <p:cNvPr id="1164" name="Google Shape;1164;p42"/>
                <p:cNvSpPr/>
                <p:nvPr/>
              </p:nvSpPr>
              <p:spPr>
                <a:xfrm>
                  <a:off x="-3719475" y="-2483300"/>
                  <a:ext cx="547675" cy="547050"/>
                </a:xfrm>
                <a:custGeom>
                  <a:rect b="b" l="l" r="r" t="t"/>
                  <a:pathLst>
                    <a:path extrusionOk="0" h="21882" w="21907">
                      <a:moveTo>
                        <a:pt x="21756" y="1"/>
                      </a:moveTo>
                      <a:cubicBezTo>
                        <a:pt x="21723" y="1"/>
                        <a:pt x="21689" y="15"/>
                        <a:pt x="21661" y="43"/>
                      </a:cubicBezTo>
                      <a:lnTo>
                        <a:pt x="56" y="21647"/>
                      </a:lnTo>
                      <a:cubicBezTo>
                        <a:pt x="1" y="21703"/>
                        <a:pt x="1" y="21781"/>
                        <a:pt x="56" y="21837"/>
                      </a:cubicBezTo>
                      <a:cubicBezTo>
                        <a:pt x="79" y="21870"/>
                        <a:pt x="112" y="21882"/>
                        <a:pt x="157" y="21882"/>
                      </a:cubicBezTo>
                      <a:cubicBezTo>
                        <a:pt x="190" y="21882"/>
                        <a:pt x="224" y="21870"/>
                        <a:pt x="257" y="21837"/>
                      </a:cubicBezTo>
                      <a:lnTo>
                        <a:pt x="21851" y="243"/>
                      </a:lnTo>
                      <a:cubicBezTo>
                        <a:pt x="21907" y="188"/>
                        <a:pt x="21907" y="98"/>
                        <a:pt x="21851" y="43"/>
                      </a:cubicBezTo>
                      <a:cubicBezTo>
                        <a:pt x="21823" y="15"/>
                        <a:pt x="21790" y="1"/>
                        <a:pt x="2175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5" name="Google Shape;1165;p42"/>
                <p:cNvSpPr/>
                <p:nvPr/>
              </p:nvSpPr>
              <p:spPr>
                <a:xfrm>
                  <a:off x="-3888525" y="-2128825"/>
                  <a:ext cx="549275" cy="546900"/>
                </a:xfrm>
                <a:custGeom>
                  <a:rect b="b" l="l" r="r" t="t"/>
                  <a:pathLst>
                    <a:path extrusionOk="0" h="21876" w="21971">
                      <a:moveTo>
                        <a:pt x="21780" y="1"/>
                      </a:moveTo>
                      <a:cubicBezTo>
                        <a:pt x="21751" y="1"/>
                        <a:pt x="21721" y="11"/>
                        <a:pt x="21694" y="36"/>
                      </a:cubicBezTo>
                      <a:lnTo>
                        <a:pt x="89" y="21630"/>
                      </a:lnTo>
                      <a:cubicBezTo>
                        <a:pt x="0" y="21719"/>
                        <a:pt x="67" y="21864"/>
                        <a:pt x="190" y="21875"/>
                      </a:cubicBezTo>
                      <a:cubicBezTo>
                        <a:pt x="223" y="21864"/>
                        <a:pt x="268" y="21853"/>
                        <a:pt x="290" y="21830"/>
                      </a:cubicBezTo>
                      <a:lnTo>
                        <a:pt x="21884" y="226"/>
                      </a:lnTo>
                      <a:cubicBezTo>
                        <a:pt x="21971" y="130"/>
                        <a:pt x="21882" y="1"/>
                        <a:pt x="2178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66" name="Google Shape;1166;p42"/>
              <p:cNvGrpSpPr/>
              <p:nvPr/>
            </p:nvGrpSpPr>
            <p:grpSpPr>
              <a:xfrm flipH="1">
                <a:off x="1664772" y="4493938"/>
                <a:ext cx="323925" cy="323650"/>
                <a:chOff x="1608625" y="299800"/>
                <a:chExt cx="323925" cy="323650"/>
              </a:xfrm>
            </p:grpSpPr>
            <p:sp>
              <p:nvSpPr>
                <p:cNvPr id="1167" name="Google Shape;1167;p42"/>
                <p:cNvSpPr/>
                <p:nvPr/>
              </p:nvSpPr>
              <p:spPr>
                <a:xfrm>
                  <a:off x="1633450" y="324425"/>
                  <a:ext cx="275900" cy="274200"/>
                </a:xfrm>
                <a:custGeom>
                  <a:rect b="b" l="l" r="r" t="t"/>
                  <a:pathLst>
                    <a:path extrusionOk="0" h="10968" w="11036">
                      <a:moveTo>
                        <a:pt x="10830" y="0"/>
                      </a:moveTo>
                      <a:cubicBezTo>
                        <a:pt x="10795" y="0"/>
                        <a:pt x="10758" y="16"/>
                        <a:pt x="10725" y="54"/>
                      </a:cubicBezTo>
                      <a:lnTo>
                        <a:pt x="46" y="10733"/>
                      </a:lnTo>
                      <a:cubicBezTo>
                        <a:pt x="1" y="10789"/>
                        <a:pt x="1" y="10867"/>
                        <a:pt x="46" y="10923"/>
                      </a:cubicBezTo>
                      <a:cubicBezTo>
                        <a:pt x="79" y="10956"/>
                        <a:pt x="112" y="10968"/>
                        <a:pt x="146" y="10968"/>
                      </a:cubicBezTo>
                      <a:cubicBezTo>
                        <a:pt x="191" y="10968"/>
                        <a:pt x="224" y="10956"/>
                        <a:pt x="246" y="10923"/>
                      </a:cubicBezTo>
                      <a:lnTo>
                        <a:pt x="10926" y="254"/>
                      </a:lnTo>
                      <a:cubicBezTo>
                        <a:pt x="11036" y="153"/>
                        <a:pt x="10941" y="0"/>
                        <a:pt x="10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8" name="Google Shape;1168;p42"/>
                <p:cNvSpPr/>
                <p:nvPr/>
              </p:nvSpPr>
              <p:spPr>
                <a:xfrm>
                  <a:off x="1875625" y="299800"/>
                  <a:ext cx="56925" cy="56950"/>
                </a:xfrm>
                <a:custGeom>
                  <a:rect b="b" l="l" r="r" t="t"/>
                  <a:pathLst>
                    <a:path extrusionOk="0" h="2278" w="2277">
                      <a:moveTo>
                        <a:pt x="1139" y="1"/>
                      </a:moveTo>
                      <a:cubicBezTo>
                        <a:pt x="514" y="1"/>
                        <a:pt x="0" y="514"/>
                        <a:pt x="0" y="1139"/>
                      </a:cubicBezTo>
                      <a:cubicBezTo>
                        <a:pt x="0" y="1764"/>
                        <a:pt x="514" y="2277"/>
                        <a:pt x="1139" y="2277"/>
                      </a:cubicBezTo>
                      <a:cubicBezTo>
                        <a:pt x="1764" y="2277"/>
                        <a:pt x="2277" y="1764"/>
                        <a:pt x="2277" y="1139"/>
                      </a:cubicBezTo>
                      <a:cubicBezTo>
                        <a:pt x="2277" y="514"/>
                        <a:pt x="1764" y="1"/>
                        <a:pt x="113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9" name="Google Shape;1169;p42"/>
                <p:cNvSpPr/>
                <p:nvPr/>
              </p:nvSpPr>
              <p:spPr>
                <a:xfrm>
                  <a:off x="1608625" y="566800"/>
                  <a:ext cx="56950" cy="56650"/>
                </a:xfrm>
                <a:custGeom>
                  <a:rect b="b" l="l" r="r" t="t"/>
                  <a:pathLst>
                    <a:path extrusionOk="0" h="2266" w="2278">
                      <a:moveTo>
                        <a:pt x="1139" y="0"/>
                      </a:moveTo>
                      <a:cubicBezTo>
                        <a:pt x="514" y="0"/>
                        <a:pt x="1" y="503"/>
                        <a:pt x="1" y="1127"/>
                      </a:cubicBezTo>
                      <a:cubicBezTo>
                        <a:pt x="1" y="1764"/>
                        <a:pt x="514" y="2266"/>
                        <a:pt x="1139" y="2266"/>
                      </a:cubicBezTo>
                      <a:cubicBezTo>
                        <a:pt x="1775" y="2266"/>
                        <a:pt x="2277" y="1764"/>
                        <a:pt x="2277" y="1127"/>
                      </a:cubicBezTo>
                      <a:cubicBezTo>
                        <a:pt x="2277" y="503"/>
                        <a:pt x="1775" y="0"/>
                        <a:pt x="1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170" name="Google Shape;1170;p42"/>
            <p:cNvGrpSpPr/>
            <p:nvPr/>
          </p:nvGrpSpPr>
          <p:grpSpPr>
            <a:xfrm rot="10800000">
              <a:off x="8442919" y="-152294"/>
              <a:ext cx="777174" cy="1001897"/>
              <a:chOff x="-4604150" y="-305525"/>
              <a:chExt cx="886375" cy="1142675"/>
            </a:xfrm>
          </p:grpSpPr>
          <p:sp>
            <p:nvSpPr>
              <p:cNvPr id="1171" name="Google Shape;1171;p42"/>
              <p:cNvSpPr/>
              <p:nvPr/>
            </p:nvSpPr>
            <p:spPr>
              <a:xfrm>
                <a:off x="-4604150" y="-280425"/>
                <a:ext cx="858750" cy="1117575"/>
              </a:xfrm>
              <a:custGeom>
                <a:rect b="b" l="l" r="r" t="t"/>
                <a:pathLst>
                  <a:path extrusionOk="0" h="44703" w="34350">
                    <a:moveTo>
                      <a:pt x="34205" y="1"/>
                    </a:moveTo>
                    <a:cubicBezTo>
                      <a:pt x="34169" y="1"/>
                      <a:pt x="34132" y="15"/>
                      <a:pt x="34104" y="43"/>
                    </a:cubicBezTo>
                    <a:lnTo>
                      <a:pt x="23425" y="10722"/>
                    </a:lnTo>
                    <a:cubicBezTo>
                      <a:pt x="23402" y="10745"/>
                      <a:pt x="23391" y="10778"/>
                      <a:pt x="23391" y="10823"/>
                    </a:cubicBezTo>
                    <a:lnTo>
                      <a:pt x="23391" y="21168"/>
                    </a:lnTo>
                    <a:lnTo>
                      <a:pt x="90" y="44468"/>
                    </a:lnTo>
                    <a:cubicBezTo>
                      <a:pt x="1" y="44558"/>
                      <a:pt x="68" y="44703"/>
                      <a:pt x="191" y="44703"/>
                    </a:cubicBezTo>
                    <a:cubicBezTo>
                      <a:pt x="224" y="44703"/>
                      <a:pt x="258" y="44692"/>
                      <a:pt x="291" y="44669"/>
                    </a:cubicBezTo>
                    <a:lnTo>
                      <a:pt x="23626" y="21324"/>
                    </a:lnTo>
                    <a:cubicBezTo>
                      <a:pt x="23648" y="21301"/>
                      <a:pt x="23670" y="21257"/>
                      <a:pt x="23670" y="21223"/>
                    </a:cubicBezTo>
                    <a:lnTo>
                      <a:pt x="23670" y="10879"/>
                    </a:lnTo>
                    <a:lnTo>
                      <a:pt x="34305" y="244"/>
                    </a:lnTo>
                    <a:cubicBezTo>
                      <a:pt x="34350" y="188"/>
                      <a:pt x="34350" y="98"/>
                      <a:pt x="34305" y="43"/>
                    </a:cubicBezTo>
                    <a:cubicBezTo>
                      <a:pt x="34277" y="15"/>
                      <a:pt x="34241" y="1"/>
                      <a:pt x="34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42"/>
              <p:cNvSpPr/>
              <p:nvPr/>
            </p:nvSpPr>
            <p:spPr>
              <a:xfrm>
                <a:off x="-3780300" y="-305525"/>
                <a:ext cx="62525" cy="57000"/>
              </a:xfrm>
              <a:custGeom>
                <a:rect b="b" l="l" r="r" t="t"/>
                <a:pathLst>
                  <a:path extrusionOk="0" h="2280" w="2501">
                    <a:moveTo>
                      <a:pt x="1248" y="0"/>
                    </a:moveTo>
                    <a:cubicBezTo>
                      <a:pt x="738" y="0"/>
                      <a:pt x="270" y="354"/>
                      <a:pt x="146" y="879"/>
                    </a:cubicBezTo>
                    <a:cubicBezTo>
                      <a:pt x="1" y="1493"/>
                      <a:pt x="380" y="2107"/>
                      <a:pt x="994" y="2252"/>
                    </a:cubicBezTo>
                    <a:cubicBezTo>
                      <a:pt x="1077" y="2270"/>
                      <a:pt x="1161" y="2279"/>
                      <a:pt x="1243" y="2279"/>
                    </a:cubicBezTo>
                    <a:cubicBezTo>
                      <a:pt x="1757" y="2279"/>
                      <a:pt x="2231" y="1933"/>
                      <a:pt x="2356" y="1404"/>
                    </a:cubicBezTo>
                    <a:cubicBezTo>
                      <a:pt x="2501" y="790"/>
                      <a:pt x="2121" y="176"/>
                      <a:pt x="1507" y="31"/>
                    </a:cubicBezTo>
                    <a:cubicBezTo>
                      <a:pt x="1421" y="10"/>
                      <a:pt x="1334" y="0"/>
                      <a:pt x="12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42"/>
              <p:cNvSpPr/>
              <p:nvPr/>
            </p:nvSpPr>
            <p:spPr>
              <a:xfrm>
                <a:off x="-4199050" y="281125"/>
                <a:ext cx="155150" cy="154850"/>
              </a:xfrm>
              <a:custGeom>
                <a:rect b="b" l="l" r="r" t="t"/>
                <a:pathLst>
                  <a:path extrusionOk="0" h="6194" w="6206">
                    <a:moveTo>
                      <a:pt x="6149" y="0"/>
                    </a:moveTo>
                    <a:lnTo>
                      <a:pt x="1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4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74" name="Google Shape;1174;p42"/>
          <p:cNvGrpSpPr/>
          <p:nvPr/>
        </p:nvGrpSpPr>
        <p:grpSpPr>
          <a:xfrm>
            <a:off x="778838" y="379263"/>
            <a:ext cx="184175" cy="158025"/>
            <a:chOff x="-3626300" y="-1680825"/>
            <a:chExt cx="184175" cy="158025"/>
          </a:xfrm>
        </p:grpSpPr>
        <p:sp>
          <p:nvSpPr>
            <p:cNvPr id="1175" name="Google Shape;1175;p42"/>
            <p:cNvSpPr/>
            <p:nvPr/>
          </p:nvSpPr>
          <p:spPr>
            <a:xfrm>
              <a:off x="-3626300" y="-1680825"/>
              <a:ext cx="184175" cy="158025"/>
            </a:xfrm>
            <a:custGeom>
              <a:rect b="b" l="l" r="r" t="t"/>
              <a:pathLst>
                <a:path extrusionOk="0" h="6321" w="7367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42"/>
            <p:cNvSpPr/>
            <p:nvPr/>
          </p:nvSpPr>
          <p:spPr>
            <a:xfrm>
              <a:off x="-3559050" y="-1636200"/>
              <a:ext cx="76175" cy="68900"/>
            </a:xfrm>
            <a:custGeom>
              <a:rect b="b" l="l" r="r" t="t"/>
              <a:pathLst>
                <a:path extrusionOk="0" h="2756" w="3047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7" name="Google Shape;1177;p42"/>
          <p:cNvGrpSpPr/>
          <p:nvPr/>
        </p:nvGrpSpPr>
        <p:grpSpPr>
          <a:xfrm>
            <a:off x="-252062" y="300238"/>
            <a:ext cx="716725" cy="901375"/>
            <a:chOff x="-3888525" y="-2483300"/>
            <a:chExt cx="716725" cy="901375"/>
          </a:xfrm>
        </p:grpSpPr>
        <p:sp>
          <p:nvSpPr>
            <p:cNvPr id="1178" name="Google Shape;1178;p42"/>
            <p:cNvSpPr/>
            <p:nvPr/>
          </p:nvSpPr>
          <p:spPr>
            <a:xfrm>
              <a:off x="-3719475" y="-24833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42"/>
            <p:cNvSpPr/>
            <p:nvPr/>
          </p:nvSpPr>
          <p:spPr>
            <a:xfrm>
              <a:off x="-3888525" y="-2128825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43"/>
          <p:cNvSpPr txBox="1"/>
          <p:nvPr>
            <p:ph idx="1" type="subTitle"/>
          </p:nvPr>
        </p:nvSpPr>
        <p:spPr>
          <a:xfrm>
            <a:off x="782850" y="1341548"/>
            <a:ext cx="7578300" cy="527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82" name="Google Shape;1182;p43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83" name="Google Shape;1183;p43"/>
          <p:cNvGrpSpPr/>
          <p:nvPr/>
        </p:nvGrpSpPr>
        <p:grpSpPr>
          <a:xfrm>
            <a:off x="7433700" y="4482713"/>
            <a:ext cx="1040638" cy="901375"/>
            <a:chOff x="8457538" y="810363"/>
            <a:chExt cx="1040638" cy="901375"/>
          </a:xfrm>
        </p:grpSpPr>
        <p:grpSp>
          <p:nvGrpSpPr>
            <p:cNvPr id="1184" name="Google Shape;1184;p43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185" name="Google Shape;1185;p43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43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7" name="Google Shape;1187;p43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188" name="Google Shape;1188;p43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43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43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91" name="Google Shape;1191;p43"/>
          <p:cNvGrpSpPr/>
          <p:nvPr/>
        </p:nvGrpSpPr>
        <p:grpSpPr>
          <a:xfrm>
            <a:off x="388869" y="-29307"/>
            <a:ext cx="1019565" cy="1290805"/>
            <a:chOff x="-4017975" y="-49702"/>
            <a:chExt cx="1162825" cy="1472177"/>
          </a:xfrm>
        </p:grpSpPr>
        <p:sp>
          <p:nvSpPr>
            <p:cNvPr id="1192" name="Google Shape;1192;p43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43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43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43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43"/>
            <p:cNvSpPr/>
            <p:nvPr/>
          </p:nvSpPr>
          <p:spPr>
            <a:xfrm>
              <a:off x="-3633259" y="-49702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43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43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9" name="Google Shape;1199;p43"/>
          <p:cNvGrpSpPr/>
          <p:nvPr/>
        </p:nvGrpSpPr>
        <p:grpSpPr>
          <a:xfrm>
            <a:off x="7934047" y="1528575"/>
            <a:ext cx="1929500" cy="2210100"/>
            <a:chOff x="295725" y="-3462825"/>
            <a:chExt cx="1929500" cy="2210100"/>
          </a:xfrm>
        </p:grpSpPr>
        <p:sp>
          <p:nvSpPr>
            <p:cNvPr id="1200" name="Google Shape;1200;p43"/>
            <p:cNvSpPr/>
            <p:nvPr/>
          </p:nvSpPr>
          <p:spPr>
            <a:xfrm>
              <a:off x="1089425" y="-3462825"/>
              <a:ext cx="700025" cy="959400"/>
            </a:xfrm>
            <a:custGeom>
              <a:rect b="b" l="l" r="r" t="t"/>
              <a:pathLst>
                <a:path extrusionOk="0" h="38376" w="28001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43"/>
            <p:cNvSpPr/>
            <p:nvPr/>
          </p:nvSpPr>
          <p:spPr>
            <a:xfrm>
              <a:off x="1064875" y="-2535525"/>
              <a:ext cx="56950" cy="56925"/>
            </a:xfrm>
            <a:custGeom>
              <a:rect b="b" l="l" r="r" t="t"/>
              <a:pathLst>
                <a:path extrusionOk="0" h="2277" w="2278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43"/>
            <p:cNvSpPr/>
            <p:nvPr/>
          </p:nvSpPr>
          <p:spPr>
            <a:xfrm>
              <a:off x="1212200" y="-2944175"/>
              <a:ext cx="869900" cy="1026350"/>
            </a:xfrm>
            <a:custGeom>
              <a:rect b="b" l="l" r="r" t="t"/>
              <a:pathLst>
                <a:path extrusionOk="0" h="41054" w="34796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43"/>
            <p:cNvSpPr/>
            <p:nvPr/>
          </p:nvSpPr>
          <p:spPr>
            <a:xfrm>
              <a:off x="1577675" y="-2592175"/>
              <a:ext cx="155125" cy="154875"/>
            </a:xfrm>
            <a:custGeom>
              <a:rect b="b" l="l" r="r" t="t"/>
              <a:pathLst>
                <a:path extrusionOk="0" h="6195" w="6205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43"/>
            <p:cNvSpPr/>
            <p:nvPr/>
          </p:nvSpPr>
          <p:spPr>
            <a:xfrm>
              <a:off x="1188475" y="-1949950"/>
              <a:ext cx="56950" cy="56950"/>
            </a:xfrm>
            <a:custGeom>
              <a:rect b="b" l="l" r="r" t="t"/>
              <a:pathLst>
                <a:path extrusionOk="0" h="2278" w="2278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43"/>
            <p:cNvSpPr/>
            <p:nvPr/>
          </p:nvSpPr>
          <p:spPr>
            <a:xfrm>
              <a:off x="2043025" y="-3122375"/>
              <a:ext cx="38525" cy="38650"/>
            </a:xfrm>
            <a:custGeom>
              <a:rect b="b" l="l" r="r" t="t"/>
              <a:pathLst>
                <a:path extrusionOk="0" h="1546" w="1541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43"/>
            <p:cNvSpPr/>
            <p:nvPr/>
          </p:nvSpPr>
          <p:spPr>
            <a:xfrm>
              <a:off x="1472200" y="-3028150"/>
              <a:ext cx="522225" cy="509375"/>
            </a:xfrm>
            <a:custGeom>
              <a:rect b="b" l="l" r="r" t="t"/>
              <a:pathLst>
                <a:path extrusionOk="0" h="20375" w="20889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43"/>
            <p:cNvSpPr/>
            <p:nvPr/>
          </p:nvSpPr>
          <p:spPr>
            <a:xfrm>
              <a:off x="1384050" y="-2463000"/>
              <a:ext cx="38250" cy="38250"/>
            </a:xfrm>
            <a:custGeom>
              <a:rect b="b" l="l" r="r" t="t"/>
              <a:pathLst>
                <a:path extrusionOk="0" h="1530" w="153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43"/>
            <p:cNvSpPr/>
            <p:nvPr/>
          </p:nvSpPr>
          <p:spPr>
            <a:xfrm>
              <a:off x="1108400" y="-3240375"/>
              <a:ext cx="38250" cy="38650"/>
            </a:xfrm>
            <a:custGeom>
              <a:rect b="b" l="l" r="r" t="t"/>
              <a:pathLst>
                <a:path extrusionOk="0" h="1546" w="153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43"/>
            <p:cNvSpPr/>
            <p:nvPr/>
          </p:nvSpPr>
          <p:spPr>
            <a:xfrm>
              <a:off x="537050" y="-3146175"/>
              <a:ext cx="522775" cy="509125"/>
            </a:xfrm>
            <a:custGeom>
              <a:rect b="b" l="l" r="r" t="t"/>
              <a:pathLst>
                <a:path extrusionOk="0" h="20365" w="20911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43"/>
            <p:cNvSpPr/>
            <p:nvPr/>
          </p:nvSpPr>
          <p:spPr>
            <a:xfrm>
              <a:off x="449150" y="-2581150"/>
              <a:ext cx="38250" cy="38375"/>
            </a:xfrm>
            <a:custGeom>
              <a:rect b="b" l="l" r="r" t="t"/>
              <a:pathLst>
                <a:path extrusionOk="0" h="1535" w="153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43"/>
            <p:cNvSpPr/>
            <p:nvPr/>
          </p:nvSpPr>
          <p:spPr>
            <a:xfrm>
              <a:off x="1636250" y="-2122350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43"/>
            <p:cNvSpPr/>
            <p:nvPr/>
          </p:nvSpPr>
          <p:spPr>
            <a:xfrm>
              <a:off x="1711575" y="-2197675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43"/>
            <p:cNvSpPr/>
            <p:nvPr/>
          </p:nvSpPr>
          <p:spPr>
            <a:xfrm>
              <a:off x="1786900" y="-2273000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43"/>
            <p:cNvSpPr/>
            <p:nvPr/>
          </p:nvSpPr>
          <p:spPr>
            <a:xfrm>
              <a:off x="1862225" y="-2348325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43"/>
            <p:cNvSpPr/>
            <p:nvPr/>
          </p:nvSpPr>
          <p:spPr>
            <a:xfrm>
              <a:off x="1937550" y="-2423950"/>
              <a:ext cx="137025" cy="25425"/>
            </a:xfrm>
            <a:custGeom>
              <a:rect b="b" l="l" r="r" t="t"/>
              <a:pathLst>
                <a:path extrusionOk="0" h="1017" w="5481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43"/>
            <p:cNvSpPr/>
            <p:nvPr/>
          </p:nvSpPr>
          <p:spPr>
            <a:xfrm>
              <a:off x="2013150" y="-2499275"/>
              <a:ext cx="136750" cy="25150"/>
            </a:xfrm>
            <a:custGeom>
              <a:rect b="b" l="l" r="r" t="t"/>
              <a:pathLst>
                <a:path extrusionOk="0" h="1006" w="547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43"/>
            <p:cNvSpPr/>
            <p:nvPr/>
          </p:nvSpPr>
          <p:spPr>
            <a:xfrm>
              <a:off x="2088500" y="-2574600"/>
              <a:ext cx="136725" cy="25150"/>
            </a:xfrm>
            <a:custGeom>
              <a:rect b="b" l="l" r="r" t="t"/>
              <a:pathLst>
                <a:path extrusionOk="0" h="1006" w="5469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43"/>
            <p:cNvSpPr/>
            <p:nvPr/>
          </p:nvSpPr>
          <p:spPr>
            <a:xfrm>
              <a:off x="463950" y="-2710950"/>
              <a:ext cx="548500" cy="546775"/>
            </a:xfrm>
            <a:custGeom>
              <a:rect b="b" l="l" r="r" t="t"/>
              <a:pathLst>
                <a:path extrusionOk="0" h="21871" w="2194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43"/>
            <p:cNvSpPr/>
            <p:nvPr/>
          </p:nvSpPr>
          <p:spPr>
            <a:xfrm>
              <a:off x="942975" y="-1800075"/>
              <a:ext cx="549225" cy="547350"/>
            </a:xfrm>
            <a:custGeom>
              <a:rect b="b" l="l" r="r" t="t"/>
              <a:pathLst>
                <a:path extrusionOk="0" h="21894" w="21969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43"/>
            <p:cNvSpPr/>
            <p:nvPr/>
          </p:nvSpPr>
          <p:spPr>
            <a:xfrm>
              <a:off x="295725" y="-2356925"/>
              <a:ext cx="548500" cy="547050"/>
            </a:xfrm>
            <a:custGeom>
              <a:rect b="b" l="l" r="r" t="t"/>
              <a:pathLst>
                <a:path extrusionOk="0" h="21882" w="2194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43"/>
            <p:cNvSpPr/>
            <p:nvPr/>
          </p:nvSpPr>
          <p:spPr>
            <a:xfrm>
              <a:off x="1774900" y="-1975200"/>
              <a:ext cx="248600" cy="239275"/>
            </a:xfrm>
            <a:custGeom>
              <a:rect b="b" l="l" r="r" t="t"/>
              <a:pathLst>
                <a:path extrusionOk="0" h="9571" w="9944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43"/>
            <p:cNvSpPr/>
            <p:nvPr/>
          </p:nvSpPr>
          <p:spPr>
            <a:xfrm>
              <a:off x="1850800" y="-1908650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43"/>
            <p:cNvSpPr/>
            <p:nvPr/>
          </p:nvSpPr>
          <p:spPr>
            <a:xfrm>
              <a:off x="735125" y="-2028925"/>
              <a:ext cx="184150" cy="157950"/>
            </a:xfrm>
            <a:custGeom>
              <a:rect b="b" l="l" r="r" t="t"/>
              <a:pathLst>
                <a:path extrusionOk="0" h="6318" w="7366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43"/>
            <p:cNvSpPr/>
            <p:nvPr/>
          </p:nvSpPr>
          <p:spPr>
            <a:xfrm>
              <a:off x="803475" y="-1984150"/>
              <a:ext cx="74500" cy="69000"/>
            </a:xfrm>
            <a:custGeom>
              <a:rect b="b" l="l" r="r" t="t"/>
              <a:pathLst>
                <a:path extrusionOk="0" h="2760" w="298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5" name="Google Shape;1225;p43"/>
          <p:cNvGrpSpPr/>
          <p:nvPr/>
        </p:nvGrpSpPr>
        <p:grpSpPr>
          <a:xfrm rot="10800000">
            <a:off x="-510906" y="2675681"/>
            <a:ext cx="1803578" cy="1592367"/>
            <a:chOff x="-4912150" y="-393637"/>
            <a:chExt cx="2057000" cy="1816112"/>
          </a:xfrm>
        </p:grpSpPr>
        <p:sp>
          <p:nvSpPr>
            <p:cNvPr id="1226" name="Google Shape;1226;p43"/>
            <p:cNvSpPr/>
            <p:nvPr/>
          </p:nvSpPr>
          <p:spPr>
            <a:xfrm>
              <a:off x="-4604150" y="-280425"/>
              <a:ext cx="858750" cy="1117575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43"/>
            <p:cNvSpPr/>
            <p:nvPr/>
          </p:nvSpPr>
          <p:spPr>
            <a:xfrm>
              <a:off x="-3780300" y="-305525"/>
              <a:ext cx="62525" cy="57000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43"/>
            <p:cNvSpPr/>
            <p:nvPr/>
          </p:nvSpPr>
          <p:spPr>
            <a:xfrm>
              <a:off x="-4199050" y="281125"/>
              <a:ext cx="155150" cy="154850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43"/>
            <p:cNvSpPr/>
            <p:nvPr/>
          </p:nvSpPr>
          <p:spPr>
            <a:xfrm>
              <a:off x="-4514575" y="97000"/>
              <a:ext cx="740775" cy="896950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43"/>
            <p:cNvSpPr/>
            <p:nvPr/>
          </p:nvSpPr>
          <p:spPr>
            <a:xfrm>
              <a:off x="-3809300" y="72075"/>
              <a:ext cx="61400" cy="56825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43"/>
            <p:cNvSpPr/>
            <p:nvPr/>
          </p:nvSpPr>
          <p:spPr>
            <a:xfrm>
              <a:off x="-4203525" y="-330075"/>
              <a:ext cx="275400" cy="273925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43"/>
            <p:cNvSpPr/>
            <p:nvPr/>
          </p:nvSpPr>
          <p:spPr>
            <a:xfrm>
              <a:off x="-3964425" y="-355100"/>
              <a:ext cx="64750" cy="56950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43"/>
            <p:cNvSpPr/>
            <p:nvPr/>
          </p:nvSpPr>
          <p:spPr>
            <a:xfrm>
              <a:off x="-4230300" y="-88200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43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43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43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43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43"/>
            <p:cNvSpPr/>
            <p:nvPr/>
          </p:nvSpPr>
          <p:spPr>
            <a:xfrm>
              <a:off x="-3761575" y="553550"/>
              <a:ext cx="51025" cy="38375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43"/>
            <p:cNvSpPr/>
            <p:nvPr/>
          </p:nvSpPr>
          <p:spPr>
            <a:xfrm>
              <a:off x="-4478025" y="655725"/>
              <a:ext cx="666475" cy="651250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43"/>
            <p:cNvSpPr/>
            <p:nvPr/>
          </p:nvSpPr>
          <p:spPr>
            <a:xfrm>
              <a:off x="-4579025" y="1370700"/>
              <a:ext cx="46900" cy="38375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43"/>
            <p:cNvSpPr/>
            <p:nvPr/>
          </p:nvSpPr>
          <p:spPr>
            <a:xfrm>
              <a:off x="-4912150" y="393325"/>
              <a:ext cx="547675" cy="546850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43"/>
            <p:cNvSpPr/>
            <p:nvPr/>
          </p:nvSpPr>
          <p:spPr>
            <a:xfrm>
              <a:off x="-3508415" y="-393637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43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43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44"/>
          <p:cNvSpPr txBox="1"/>
          <p:nvPr>
            <p:ph type="title"/>
          </p:nvPr>
        </p:nvSpPr>
        <p:spPr>
          <a:xfrm>
            <a:off x="1388100" y="556250"/>
            <a:ext cx="5904000" cy="40311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247" name="Google Shape;1247;p44"/>
          <p:cNvGrpSpPr/>
          <p:nvPr/>
        </p:nvGrpSpPr>
        <p:grpSpPr>
          <a:xfrm flipH="1">
            <a:off x="7745597" y="3097813"/>
            <a:ext cx="1516025" cy="1489525"/>
            <a:chOff x="-3888525" y="-3012325"/>
            <a:chExt cx="1516025" cy="1489525"/>
          </a:xfrm>
        </p:grpSpPr>
        <p:sp>
          <p:nvSpPr>
            <p:cNvPr id="1248" name="Google Shape;1248;p44"/>
            <p:cNvSpPr/>
            <p:nvPr/>
          </p:nvSpPr>
          <p:spPr>
            <a:xfrm>
              <a:off x="-3076125" y="-3012325"/>
              <a:ext cx="38525" cy="38250"/>
            </a:xfrm>
            <a:custGeom>
              <a:rect b="b" l="l" r="r" t="t"/>
              <a:pathLst>
                <a:path extrusionOk="0" h="1530" w="1541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44"/>
            <p:cNvSpPr/>
            <p:nvPr/>
          </p:nvSpPr>
          <p:spPr>
            <a:xfrm>
              <a:off x="-3648325" y="-2918425"/>
              <a:ext cx="523950" cy="509300"/>
            </a:xfrm>
            <a:custGeom>
              <a:rect b="b" l="l" r="r" t="t"/>
              <a:pathLst>
                <a:path extrusionOk="0" h="20372" w="20958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44"/>
            <p:cNvSpPr/>
            <p:nvPr/>
          </p:nvSpPr>
          <p:spPr>
            <a:xfrm>
              <a:off x="-3742350" y="-2353475"/>
              <a:ext cx="53025" cy="38650"/>
            </a:xfrm>
            <a:custGeom>
              <a:rect b="b" l="l" r="r" t="t"/>
              <a:pathLst>
                <a:path extrusionOk="0" h="1546" w="2121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44"/>
            <p:cNvSpPr/>
            <p:nvPr/>
          </p:nvSpPr>
          <p:spPr>
            <a:xfrm>
              <a:off x="-3719475" y="-24833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44"/>
            <p:cNvSpPr/>
            <p:nvPr/>
          </p:nvSpPr>
          <p:spPr>
            <a:xfrm>
              <a:off x="-3888525" y="-2128825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44"/>
            <p:cNvSpPr/>
            <p:nvPr/>
          </p:nvSpPr>
          <p:spPr>
            <a:xfrm>
              <a:off x="-3626300" y="-1680825"/>
              <a:ext cx="184175" cy="158025"/>
            </a:xfrm>
            <a:custGeom>
              <a:rect b="b" l="l" r="r" t="t"/>
              <a:pathLst>
                <a:path extrusionOk="0" h="6321" w="7367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44"/>
            <p:cNvSpPr/>
            <p:nvPr/>
          </p:nvSpPr>
          <p:spPr>
            <a:xfrm>
              <a:off x="-3559050" y="-1636200"/>
              <a:ext cx="76175" cy="68900"/>
            </a:xfrm>
            <a:custGeom>
              <a:rect b="b" l="l" r="r" t="t"/>
              <a:pathLst>
                <a:path extrusionOk="0" h="2756" w="3047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44"/>
            <p:cNvSpPr/>
            <p:nvPr/>
          </p:nvSpPr>
          <p:spPr>
            <a:xfrm>
              <a:off x="-3151175" y="-2605875"/>
              <a:ext cx="752125" cy="750250"/>
            </a:xfrm>
            <a:custGeom>
              <a:rect b="b" l="l" r="r" t="t"/>
              <a:pathLst>
                <a:path extrusionOk="0" h="30010" w="30085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44"/>
            <p:cNvSpPr/>
            <p:nvPr/>
          </p:nvSpPr>
          <p:spPr>
            <a:xfrm>
              <a:off x="-2704800" y="-2461050"/>
              <a:ext cx="155150" cy="155150"/>
            </a:xfrm>
            <a:custGeom>
              <a:rect b="b" l="l" r="r" t="t"/>
              <a:pathLst>
                <a:path extrusionOk="0" h="6206" w="6206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44"/>
            <p:cNvSpPr/>
            <p:nvPr/>
          </p:nvSpPr>
          <p:spPr>
            <a:xfrm>
              <a:off x="-2435025" y="-2631025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44"/>
            <p:cNvSpPr/>
            <p:nvPr/>
          </p:nvSpPr>
          <p:spPr>
            <a:xfrm>
              <a:off x="-3175450" y="-1887725"/>
              <a:ext cx="56675" cy="56925"/>
            </a:xfrm>
            <a:custGeom>
              <a:rect b="b" l="l" r="r" t="t"/>
              <a:pathLst>
                <a:path extrusionOk="0" h="2277" w="2267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9" name="Google Shape;1259;p44"/>
          <p:cNvGrpSpPr/>
          <p:nvPr/>
        </p:nvGrpSpPr>
        <p:grpSpPr>
          <a:xfrm>
            <a:off x="7994347" y="735313"/>
            <a:ext cx="873188" cy="546900"/>
            <a:chOff x="1115510" y="4327288"/>
            <a:chExt cx="873188" cy="546900"/>
          </a:xfrm>
        </p:grpSpPr>
        <p:sp>
          <p:nvSpPr>
            <p:cNvPr id="1260" name="Google Shape;1260;p44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61" name="Google Shape;1261;p44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1262" name="Google Shape;1262;p44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3" name="Google Shape;1263;p44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4" name="Google Shape;1264;p44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65" name="Google Shape;1265;p44"/>
          <p:cNvGrpSpPr/>
          <p:nvPr/>
        </p:nvGrpSpPr>
        <p:grpSpPr>
          <a:xfrm flipH="1">
            <a:off x="6119781" y="4587350"/>
            <a:ext cx="713803" cy="706547"/>
            <a:chOff x="-4017975" y="616650"/>
            <a:chExt cx="814100" cy="805825"/>
          </a:xfrm>
        </p:grpSpPr>
        <p:sp>
          <p:nvSpPr>
            <p:cNvPr id="1266" name="Google Shape;1266;p44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44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44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44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0" name="Google Shape;1270;p44"/>
          <p:cNvGrpSpPr/>
          <p:nvPr/>
        </p:nvGrpSpPr>
        <p:grpSpPr>
          <a:xfrm>
            <a:off x="665435" y="-108237"/>
            <a:ext cx="1040638" cy="901375"/>
            <a:chOff x="948060" y="3972813"/>
            <a:chExt cx="1040638" cy="901375"/>
          </a:xfrm>
        </p:grpSpPr>
        <p:grpSp>
          <p:nvGrpSpPr>
            <p:cNvPr id="1271" name="Google Shape;1271;p44"/>
            <p:cNvGrpSpPr/>
            <p:nvPr/>
          </p:nvGrpSpPr>
          <p:grpSpPr>
            <a:xfrm flipH="1">
              <a:off x="948060" y="3972813"/>
              <a:ext cx="716725" cy="901375"/>
              <a:chOff x="-3888525" y="-2483300"/>
              <a:chExt cx="716725" cy="901375"/>
            </a:xfrm>
          </p:grpSpPr>
          <p:sp>
            <p:nvSpPr>
              <p:cNvPr id="1272" name="Google Shape;1272;p44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3" name="Google Shape;1273;p44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74" name="Google Shape;1274;p44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1275" name="Google Shape;1275;p44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6" name="Google Shape;1276;p44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44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45"/>
          <p:cNvSpPr txBox="1"/>
          <p:nvPr>
            <p:ph type="title"/>
          </p:nvPr>
        </p:nvSpPr>
        <p:spPr>
          <a:xfrm>
            <a:off x="782850" y="1013625"/>
            <a:ext cx="3435300" cy="1305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80" name="Google Shape;1280;p45"/>
          <p:cNvSpPr txBox="1"/>
          <p:nvPr>
            <p:ph idx="1" type="subTitle"/>
          </p:nvPr>
        </p:nvSpPr>
        <p:spPr>
          <a:xfrm>
            <a:off x="782850" y="2824875"/>
            <a:ext cx="3435300" cy="1305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1281" name="Google Shape;1281;p45"/>
          <p:cNvGrpSpPr/>
          <p:nvPr/>
        </p:nvGrpSpPr>
        <p:grpSpPr>
          <a:xfrm>
            <a:off x="8457538" y="810363"/>
            <a:ext cx="1040638" cy="901375"/>
            <a:chOff x="8457538" y="810363"/>
            <a:chExt cx="1040638" cy="901375"/>
          </a:xfrm>
        </p:grpSpPr>
        <p:grpSp>
          <p:nvGrpSpPr>
            <p:cNvPr id="1282" name="Google Shape;1282;p45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283" name="Google Shape;1283;p45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45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5" name="Google Shape;1285;p45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286" name="Google Shape;1286;p45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45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8" name="Google Shape;1288;p45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46"/>
          <p:cNvSpPr txBox="1"/>
          <p:nvPr>
            <p:ph type="title"/>
          </p:nvPr>
        </p:nvSpPr>
        <p:spPr>
          <a:xfrm>
            <a:off x="782850" y="1941300"/>
            <a:ext cx="5137800" cy="1260900"/>
          </a:xfrm>
          <a:prstGeom prst="rect">
            <a:avLst/>
          </a:prstGeom>
          <a:noFill/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47"/>
          <p:cNvSpPr txBox="1"/>
          <p:nvPr>
            <p:ph hasCustomPrompt="1" type="title"/>
          </p:nvPr>
        </p:nvSpPr>
        <p:spPr>
          <a:xfrm>
            <a:off x="1267387" y="1365025"/>
            <a:ext cx="6609300" cy="14079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93" name="Google Shape;1293;p47"/>
          <p:cNvSpPr txBox="1"/>
          <p:nvPr>
            <p:ph idx="1" type="subTitle"/>
          </p:nvPr>
        </p:nvSpPr>
        <p:spPr>
          <a:xfrm>
            <a:off x="1267375" y="3255875"/>
            <a:ext cx="6609300" cy="522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1294" name="Google Shape;1294;p47"/>
          <p:cNvGrpSpPr/>
          <p:nvPr/>
        </p:nvGrpSpPr>
        <p:grpSpPr>
          <a:xfrm flipH="1">
            <a:off x="6844388" y="3930543"/>
            <a:ext cx="1938846" cy="1720830"/>
            <a:chOff x="-1873362" y="2120543"/>
            <a:chExt cx="1938846" cy="1720830"/>
          </a:xfrm>
        </p:grpSpPr>
        <p:sp>
          <p:nvSpPr>
            <p:cNvPr id="1295" name="Google Shape;1295;p47"/>
            <p:cNvSpPr/>
            <p:nvPr/>
          </p:nvSpPr>
          <p:spPr>
            <a:xfrm>
              <a:off x="-1603307" y="2348270"/>
              <a:ext cx="752952" cy="979890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47"/>
            <p:cNvSpPr/>
            <p:nvPr/>
          </p:nvSpPr>
          <p:spPr>
            <a:xfrm>
              <a:off x="-880956" y="2326262"/>
              <a:ext cx="54822" cy="49978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47"/>
            <p:cNvSpPr/>
            <p:nvPr/>
          </p:nvSpPr>
          <p:spPr>
            <a:xfrm>
              <a:off x="-1248116" y="2840637"/>
              <a:ext cx="136036" cy="135772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47"/>
            <p:cNvSpPr/>
            <p:nvPr/>
          </p:nvSpPr>
          <p:spPr>
            <a:xfrm>
              <a:off x="-1524768" y="2679196"/>
              <a:ext cx="649512" cy="786446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47"/>
            <p:cNvSpPr/>
            <p:nvPr/>
          </p:nvSpPr>
          <p:spPr>
            <a:xfrm>
              <a:off x="-906383" y="2657342"/>
              <a:ext cx="53836" cy="49824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47"/>
            <p:cNvSpPr/>
            <p:nvPr/>
          </p:nvSpPr>
          <p:spPr>
            <a:xfrm>
              <a:off x="-1252039" y="2304737"/>
              <a:ext cx="241471" cy="240177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47"/>
            <p:cNvSpPr/>
            <p:nvPr/>
          </p:nvSpPr>
          <p:spPr>
            <a:xfrm>
              <a:off x="-1042397" y="2282795"/>
              <a:ext cx="56773" cy="49934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47"/>
            <p:cNvSpPr/>
            <p:nvPr/>
          </p:nvSpPr>
          <p:spPr>
            <a:xfrm>
              <a:off x="-1275516" y="2516813"/>
              <a:ext cx="54822" cy="49802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47"/>
            <p:cNvSpPr/>
            <p:nvPr/>
          </p:nvSpPr>
          <p:spPr>
            <a:xfrm>
              <a:off x="-1067824" y="3161765"/>
              <a:ext cx="659200" cy="657841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47"/>
            <p:cNvSpPr/>
            <p:nvPr/>
          </p:nvSpPr>
          <p:spPr>
            <a:xfrm>
              <a:off x="-676683" y="3289011"/>
              <a:ext cx="136014" cy="135772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47"/>
            <p:cNvSpPr/>
            <p:nvPr/>
          </p:nvSpPr>
          <p:spPr>
            <a:xfrm>
              <a:off x="-429382" y="3134825"/>
              <a:ext cx="53836" cy="50065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47"/>
            <p:cNvSpPr/>
            <p:nvPr/>
          </p:nvSpPr>
          <p:spPr>
            <a:xfrm>
              <a:off x="-1089349" y="3791702"/>
              <a:ext cx="49912" cy="49671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47"/>
            <p:cNvSpPr/>
            <p:nvPr/>
          </p:nvSpPr>
          <p:spPr>
            <a:xfrm>
              <a:off x="-864538" y="3079499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47"/>
            <p:cNvSpPr/>
            <p:nvPr/>
          </p:nvSpPr>
          <p:spPr>
            <a:xfrm>
              <a:off x="-1492721" y="3169086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47"/>
            <p:cNvSpPr/>
            <p:nvPr/>
          </p:nvSpPr>
          <p:spPr>
            <a:xfrm>
              <a:off x="-1581278" y="3795976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47"/>
            <p:cNvSpPr/>
            <p:nvPr/>
          </p:nvSpPr>
          <p:spPr>
            <a:xfrm>
              <a:off x="-1873362" y="2939014"/>
              <a:ext cx="480201" cy="479478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47"/>
            <p:cNvSpPr/>
            <p:nvPr/>
          </p:nvSpPr>
          <p:spPr>
            <a:xfrm>
              <a:off x="-414717" y="2120543"/>
              <a:ext cx="480201" cy="47989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47"/>
            <p:cNvSpPr/>
            <p:nvPr/>
          </p:nvSpPr>
          <p:spPr>
            <a:xfrm>
              <a:off x="-287757" y="2820734"/>
              <a:ext cx="217972" cy="209731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47"/>
            <p:cNvSpPr/>
            <p:nvPr/>
          </p:nvSpPr>
          <p:spPr>
            <a:xfrm>
              <a:off x="-221208" y="2878778"/>
              <a:ext cx="93204" cy="93467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4" name="Google Shape;1314;p47"/>
          <p:cNvGrpSpPr/>
          <p:nvPr/>
        </p:nvGrpSpPr>
        <p:grpSpPr>
          <a:xfrm flipH="1">
            <a:off x="1408072" y="4117288"/>
            <a:ext cx="1929500" cy="2210100"/>
            <a:chOff x="295725" y="-3462825"/>
            <a:chExt cx="1929500" cy="2210100"/>
          </a:xfrm>
        </p:grpSpPr>
        <p:sp>
          <p:nvSpPr>
            <p:cNvPr id="1315" name="Google Shape;1315;p47"/>
            <p:cNvSpPr/>
            <p:nvPr/>
          </p:nvSpPr>
          <p:spPr>
            <a:xfrm>
              <a:off x="1089425" y="-3462825"/>
              <a:ext cx="700025" cy="959400"/>
            </a:xfrm>
            <a:custGeom>
              <a:rect b="b" l="l" r="r" t="t"/>
              <a:pathLst>
                <a:path extrusionOk="0" h="38376" w="28001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47"/>
            <p:cNvSpPr/>
            <p:nvPr/>
          </p:nvSpPr>
          <p:spPr>
            <a:xfrm>
              <a:off x="1064875" y="-2535525"/>
              <a:ext cx="56950" cy="56925"/>
            </a:xfrm>
            <a:custGeom>
              <a:rect b="b" l="l" r="r" t="t"/>
              <a:pathLst>
                <a:path extrusionOk="0" h="2277" w="2278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47"/>
            <p:cNvSpPr/>
            <p:nvPr/>
          </p:nvSpPr>
          <p:spPr>
            <a:xfrm>
              <a:off x="1212200" y="-2944175"/>
              <a:ext cx="869900" cy="1026350"/>
            </a:xfrm>
            <a:custGeom>
              <a:rect b="b" l="l" r="r" t="t"/>
              <a:pathLst>
                <a:path extrusionOk="0" h="41054" w="34796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47"/>
            <p:cNvSpPr/>
            <p:nvPr/>
          </p:nvSpPr>
          <p:spPr>
            <a:xfrm>
              <a:off x="1577675" y="-2592175"/>
              <a:ext cx="155125" cy="154875"/>
            </a:xfrm>
            <a:custGeom>
              <a:rect b="b" l="l" r="r" t="t"/>
              <a:pathLst>
                <a:path extrusionOk="0" h="6195" w="6205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47"/>
            <p:cNvSpPr/>
            <p:nvPr/>
          </p:nvSpPr>
          <p:spPr>
            <a:xfrm>
              <a:off x="1188475" y="-1949950"/>
              <a:ext cx="56950" cy="56950"/>
            </a:xfrm>
            <a:custGeom>
              <a:rect b="b" l="l" r="r" t="t"/>
              <a:pathLst>
                <a:path extrusionOk="0" h="2278" w="2278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47"/>
            <p:cNvSpPr/>
            <p:nvPr/>
          </p:nvSpPr>
          <p:spPr>
            <a:xfrm>
              <a:off x="2043025" y="-3122375"/>
              <a:ext cx="38525" cy="38650"/>
            </a:xfrm>
            <a:custGeom>
              <a:rect b="b" l="l" r="r" t="t"/>
              <a:pathLst>
                <a:path extrusionOk="0" h="1546" w="1541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47"/>
            <p:cNvSpPr/>
            <p:nvPr/>
          </p:nvSpPr>
          <p:spPr>
            <a:xfrm>
              <a:off x="1472200" y="-3028150"/>
              <a:ext cx="522225" cy="509375"/>
            </a:xfrm>
            <a:custGeom>
              <a:rect b="b" l="l" r="r" t="t"/>
              <a:pathLst>
                <a:path extrusionOk="0" h="20375" w="20889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47"/>
            <p:cNvSpPr/>
            <p:nvPr/>
          </p:nvSpPr>
          <p:spPr>
            <a:xfrm>
              <a:off x="1384050" y="-2463000"/>
              <a:ext cx="38250" cy="38250"/>
            </a:xfrm>
            <a:custGeom>
              <a:rect b="b" l="l" r="r" t="t"/>
              <a:pathLst>
                <a:path extrusionOk="0" h="1530" w="153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47"/>
            <p:cNvSpPr/>
            <p:nvPr/>
          </p:nvSpPr>
          <p:spPr>
            <a:xfrm>
              <a:off x="1108400" y="-3240375"/>
              <a:ext cx="38250" cy="38650"/>
            </a:xfrm>
            <a:custGeom>
              <a:rect b="b" l="l" r="r" t="t"/>
              <a:pathLst>
                <a:path extrusionOk="0" h="1546" w="153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47"/>
            <p:cNvSpPr/>
            <p:nvPr/>
          </p:nvSpPr>
          <p:spPr>
            <a:xfrm>
              <a:off x="537050" y="-3146175"/>
              <a:ext cx="522775" cy="509125"/>
            </a:xfrm>
            <a:custGeom>
              <a:rect b="b" l="l" r="r" t="t"/>
              <a:pathLst>
                <a:path extrusionOk="0" h="20365" w="20911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47"/>
            <p:cNvSpPr/>
            <p:nvPr/>
          </p:nvSpPr>
          <p:spPr>
            <a:xfrm>
              <a:off x="449150" y="-2581150"/>
              <a:ext cx="38250" cy="38375"/>
            </a:xfrm>
            <a:custGeom>
              <a:rect b="b" l="l" r="r" t="t"/>
              <a:pathLst>
                <a:path extrusionOk="0" h="1535" w="153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47"/>
            <p:cNvSpPr/>
            <p:nvPr/>
          </p:nvSpPr>
          <p:spPr>
            <a:xfrm>
              <a:off x="1636250" y="-2122350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47"/>
            <p:cNvSpPr/>
            <p:nvPr/>
          </p:nvSpPr>
          <p:spPr>
            <a:xfrm>
              <a:off x="1711575" y="-2197675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47"/>
            <p:cNvSpPr/>
            <p:nvPr/>
          </p:nvSpPr>
          <p:spPr>
            <a:xfrm>
              <a:off x="1786900" y="-2273000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47"/>
            <p:cNvSpPr/>
            <p:nvPr/>
          </p:nvSpPr>
          <p:spPr>
            <a:xfrm>
              <a:off x="1862225" y="-2348325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47"/>
            <p:cNvSpPr/>
            <p:nvPr/>
          </p:nvSpPr>
          <p:spPr>
            <a:xfrm>
              <a:off x="1937550" y="-2423950"/>
              <a:ext cx="137025" cy="25425"/>
            </a:xfrm>
            <a:custGeom>
              <a:rect b="b" l="l" r="r" t="t"/>
              <a:pathLst>
                <a:path extrusionOk="0" h="1017" w="5481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47"/>
            <p:cNvSpPr/>
            <p:nvPr/>
          </p:nvSpPr>
          <p:spPr>
            <a:xfrm>
              <a:off x="2013150" y="-2499275"/>
              <a:ext cx="136750" cy="25150"/>
            </a:xfrm>
            <a:custGeom>
              <a:rect b="b" l="l" r="r" t="t"/>
              <a:pathLst>
                <a:path extrusionOk="0" h="1006" w="547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47"/>
            <p:cNvSpPr/>
            <p:nvPr/>
          </p:nvSpPr>
          <p:spPr>
            <a:xfrm>
              <a:off x="2088500" y="-2574600"/>
              <a:ext cx="136725" cy="25150"/>
            </a:xfrm>
            <a:custGeom>
              <a:rect b="b" l="l" r="r" t="t"/>
              <a:pathLst>
                <a:path extrusionOk="0" h="1006" w="5469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47"/>
            <p:cNvSpPr/>
            <p:nvPr/>
          </p:nvSpPr>
          <p:spPr>
            <a:xfrm>
              <a:off x="463950" y="-2710950"/>
              <a:ext cx="548500" cy="546775"/>
            </a:xfrm>
            <a:custGeom>
              <a:rect b="b" l="l" r="r" t="t"/>
              <a:pathLst>
                <a:path extrusionOk="0" h="21871" w="2194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47"/>
            <p:cNvSpPr/>
            <p:nvPr/>
          </p:nvSpPr>
          <p:spPr>
            <a:xfrm>
              <a:off x="942975" y="-1800075"/>
              <a:ext cx="549225" cy="547350"/>
            </a:xfrm>
            <a:custGeom>
              <a:rect b="b" l="l" r="r" t="t"/>
              <a:pathLst>
                <a:path extrusionOk="0" h="21894" w="21969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47"/>
            <p:cNvSpPr/>
            <p:nvPr/>
          </p:nvSpPr>
          <p:spPr>
            <a:xfrm>
              <a:off x="295725" y="-2356925"/>
              <a:ext cx="548500" cy="547050"/>
            </a:xfrm>
            <a:custGeom>
              <a:rect b="b" l="l" r="r" t="t"/>
              <a:pathLst>
                <a:path extrusionOk="0" h="21882" w="2194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47"/>
            <p:cNvSpPr/>
            <p:nvPr/>
          </p:nvSpPr>
          <p:spPr>
            <a:xfrm>
              <a:off x="1774900" y="-1975200"/>
              <a:ext cx="248600" cy="239275"/>
            </a:xfrm>
            <a:custGeom>
              <a:rect b="b" l="l" r="r" t="t"/>
              <a:pathLst>
                <a:path extrusionOk="0" h="9571" w="9944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47"/>
            <p:cNvSpPr/>
            <p:nvPr/>
          </p:nvSpPr>
          <p:spPr>
            <a:xfrm>
              <a:off x="1850800" y="-1908650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47"/>
            <p:cNvSpPr/>
            <p:nvPr/>
          </p:nvSpPr>
          <p:spPr>
            <a:xfrm>
              <a:off x="735125" y="-2028925"/>
              <a:ext cx="184150" cy="157950"/>
            </a:xfrm>
            <a:custGeom>
              <a:rect b="b" l="l" r="r" t="t"/>
              <a:pathLst>
                <a:path extrusionOk="0" h="6318" w="7366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47"/>
            <p:cNvSpPr/>
            <p:nvPr/>
          </p:nvSpPr>
          <p:spPr>
            <a:xfrm>
              <a:off x="803475" y="-1984150"/>
              <a:ext cx="74500" cy="69000"/>
            </a:xfrm>
            <a:custGeom>
              <a:rect b="b" l="l" r="r" t="t"/>
              <a:pathLst>
                <a:path extrusionOk="0" h="2760" w="298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0" name="Google Shape;1340;p47"/>
          <p:cNvGrpSpPr/>
          <p:nvPr/>
        </p:nvGrpSpPr>
        <p:grpSpPr>
          <a:xfrm flipH="1">
            <a:off x="6292047" y="-450687"/>
            <a:ext cx="1516025" cy="1489525"/>
            <a:chOff x="-3888525" y="-3012325"/>
            <a:chExt cx="1516025" cy="1489525"/>
          </a:xfrm>
        </p:grpSpPr>
        <p:sp>
          <p:nvSpPr>
            <p:cNvPr id="1341" name="Google Shape;1341;p47"/>
            <p:cNvSpPr/>
            <p:nvPr/>
          </p:nvSpPr>
          <p:spPr>
            <a:xfrm>
              <a:off x="-3076125" y="-3012325"/>
              <a:ext cx="38525" cy="38250"/>
            </a:xfrm>
            <a:custGeom>
              <a:rect b="b" l="l" r="r" t="t"/>
              <a:pathLst>
                <a:path extrusionOk="0" h="1530" w="1541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47"/>
            <p:cNvSpPr/>
            <p:nvPr/>
          </p:nvSpPr>
          <p:spPr>
            <a:xfrm>
              <a:off x="-3648325" y="-2918425"/>
              <a:ext cx="523950" cy="509300"/>
            </a:xfrm>
            <a:custGeom>
              <a:rect b="b" l="l" r="r" t="t"/>
              <a:pathLst>
                <a:path extrusionOk="0" h="20372" w="20958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47"/>
            <p:cNvSpPr/>
            <p:nvPr/>
          </p:nvSpPr>
          <p:spPr>
            <a:xfrm>
              <a:off x="-3742350" y="-2353475"/>
              <a:ext cx="53025" cy="38650"/>
            </a:xfrm>
            <a:custGeom>
              <a:rect b="b" l="l" r="r" t="t"/>
              <a:pathLst>
                <a:path extrusionOk="0" h="1546" w="2121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47"/>
            <p:cNvSpPr/>
            <p:nvPr/>
          </p:nvSpPr>
          <p:spPr>
            <a:xfrm>
              <a:off x="-3719475" y="-24833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47"/>
            <p:cNvSpPr/>
            <p:nvPr/>
          </p:nvSpPr>
          <p:spPr>
            <a:xfrm>
              <a:off x="-3888525" y="-2128825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47"/>
            <p:cNvSpPr/>
            <p:nvPr/>
          </p:nvSpPr>
          <p:spPr>
            <a:xfrm>
              <a:off x="-3626300" y="-1680825"/>
              <a:ext cx="184175" cy="158025"/>
            </a:xfrm>
            <a:custGeom>
              <a:rect b="b" l="l" r="r" t="t"/>
              <a:pathLst>
                <a:path extrusionOk="0" h="6321" w="7367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47"/>
            <p:cNvSpPr/>
            <p:nvPr/>
          </p:nvSpPr>
          <p:spPr>
            <a:xfrm>
              <a:off x="-3559050" y="-1636200"/>
              <a:ext cx="76175" cy="68900"/>
            </a:xfrm>
            <a:custGeom>
              <a:rect b="b" l="l" r="r" t="t"/>
              <a:pathLst>
                <a:path extrusionOk="0" h="2756" w="3047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47"/>
            <p:cNvSpPr/>
            <p:nvPr/>
          </p:nvSpPr>
          <p:spPr>
            <a:xfrm>
              <a:off x="-3151175" y="-2605875"/>
              <a:ext cx="752125" cy="750250"/>
            </a:xfrm>
            <a:custGeom>
              <a:rect b="b" l="l" r="r" t="t"/>
              <a:pathLst>
                <a:path extrusionOk="0" h="30010" w="30085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47"/>
            <p:cNvSpPr/>
            <p:nvPr/>
          </p:nvSpPr>
          <p:spPr>
            <a:xfrm>
              <a:off x="-2704800" y="-2461050"/>
              <a:ext cx="155150" cy="155150"/>
            </a:xfrm>
            <a:custGeom>
              <a:rect b="b" l="l" r="r" t="t"/>
              <a:pathLst>
                <a:path extrusionOk="0" h="6206" w="6206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47"/>
            <p:cNvSpPr/>
            <p:nvPr/>
          </p:nvSpPr>
          <p:spPr>
            <a:xfrm>
              <a:off x="-2435025" y="-2631025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47"/>
            <p:cNvSpPr/>
            <p:nvPr/>
          </p:nvSpPr>
          <p:spPr>
            <a:xfrm>
              <a:off x="-3175450" y="-1887725"/>
              <a:ext cx="56675" cy="56925"/>
            </a:xfrm>
            <a:custGeom>
              <a:rect b="b" l="l" r="r" t="t"/>
              <a:pathLst>
                <a:path extrusionOk="0" h="2277" w="2267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2" name="Google Shape;1352;p47"/>
          <p:cNvGrpSpPr/>
          <p:nvPr/>
        </p:nvGrpSpPr>
        <p:grpSpPr>
          <a:xfrm flipH="1">
            <a:off x="-128787" y="-450682"/>
            <a:ext cx="1938846" cy="1720830"/>
            <a:chOff x="-1873362" y="2120543"/>
            <a:chExt cx="1938846" cy="1720830"/>
          </a:xfrm>
        </p:grpSpPr>
        <p:sp>
          <p:nvSpPr>
            <p:cNvPr id="1353" name="Google Shape;1353;p47"/>
            <p:cNvSpPr/>
            <p:nvPr/>
          </p:nvSpPr>
          <p:spPr>
            <a:xfrm>
              <a:off x="-1603307" y="2348270"/>
              <a:ext cx="752952" cy="979890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47"/>
            <p:cNvSpPr/>
            <p:nvPr/>
          </p:nvSpPr>
          <p:spPr>
            <a:xfrm>
              <a:off x="-880956" y="2326262"/>
              <a:ext cx="54822" cy="49978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47"/>
            <p:cNvSpPr/>
            <p:nvPr/>
          </p:nvSpPr>
          <p:spPr>
            <a:xfrm>
              <a:off x="-1248116" y="2840637"/>
              <a:ext cx="136036" cy="135772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47"/>
            <p:cNvSpPr/>
            <p:nvPr/>
          </p:nvSpPr>
          <p:spPr>
            <a:xfrm>
              <a:off x="-1524768" y="2679196"/>
              <a:ext cx="649512" cy="786446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47"/>
            <p:cNvSpPr/>
            <p:nvPr/>
          </p:nvSpPr>
          <p:spPr>
            <a:xfrm>
              <a:off x="-906383" y="2657342"/>
              <a:ext cx="53836" cy="49824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47"/>
            <p:cNvSpPr/>
            <p:nvPr/>
          </p:nvSpPr>
          <p:spPr>
            <a:xfrm>
              <a:off x="-1252039" y="2304737"/>
              <a:ext cx="241471" cy="240177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47"/>
            <p:cNvSpPr/>
            <p:nvPr/>
          </p:nvSpPr>
          <p:spPr>
            <a:xfrm>
              <a:off x="-1042397" y="2282795"/>
              <a:ext cx="56773" cy="49934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47"/>
            <p:cNvSpPr/>
            <p:nvPr/>
          </p:nvSpPr>
          <p:spPr>
            <a:xfrm>
              <a:off x="-1275516" y="2516813"/>
              <a:ext cx="54822" cy="49802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47"/>
            <p:cNvSpPr/>
            <p:nvPr/>
          </p:nvSpPr>
          <p:spPr>
            <a:xfrm>
              <a:off x="-1067824" y="3161765"/>
              <a:ext cx="659200" cy="657841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47"/>
            <p:cNvSpPr/>
            <p:nvPr/>
          </p:nvSpPr>
          <p:spPr>
            <a:xfrm>
              <a:off x="-676683" y="3289011"/>
              <a:ext cx="136014" cy="135772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47"/>
            <p:cNvSpPr/>
            <p:nvPr/>
          </p:nvSpPr>
          <p:spPr>
            <a:xfrm>
              <a:off x="-429382" y="3134825"/>
              <a:ext cx="53836" cy="50065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47"/>
            <p:cNvSpPr/>
            <p:nvPr/>
          </p:nvSpPr>
          <p:spPr>
            <a:xfrm>
              <a:off x="-1089349" y="3791702"/>
              <a:ext cx="49912" cy="49671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47"/>
            <p:cNvSpPr/>
            <p:nvPr/>
          </p:nvSpPr>
          <p:spPr>
            <a:xfrm>
              <a:off x="-864538" y="3079499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47"/>
            <p:cNvSpPr/>
            <p:nvPr/>
          </p:nvSpPr>
          <p:spPr>
            <a:xfrm>
              <a:off x="-1492721" y="3169086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47"/>
            <p:cNvSpPr/>
            <p:nvPr/>
          </p:nvSpPr>
          <p:spPr>
            <a:xfrm>
              <a:off x="-1581278" y="3795976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47"/>
            <p:cNvSpPr/>
            <p:nvPr/>
          </p:nvSpPr>
          <p:spPr>
            <a:xfrm>
              <a:off x="-1873362" y="2939014"/>
              <a:ext cx="480201" cy="479478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47"/>
            <p:cNvSpPr/>
            <p:nvPr/>
          </p:nvSpPr>
          <p:spPr>
            <a:xfrm>
              <a:off x="-414717" y="2120543"/>
              <a:ext cx="480201" cy="47989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47"/>
            <p:cNvSpPr/>
            <p:nvPr/>
          </p:nvSpPr>
          <p:spPr>
            <a:xfrm>
              <a:off x="-287757" y="2820734"/>
              <a:ext cx="217972" cy="209731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47"/>
            <p:cNvSpPr/>
            <p:nvPr/>
          </p:nvSpPr>
          <p:spPr>
            <a:xfrm>
              <a:off x="-221208" y="2878778"/>
              <a:ext cx="93204" cy="93467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2"/>
        </a:solidFill>
      </p:bgPr>
    </p:bg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49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5" name="Google Shape;1375;p49"/>
          <p:cNvSpPr txBox="1"/>
          <p:nvPr>
            <p:ph hasCustomPrompt="1" idx="2" type="title"/>
          </p:nvPr>
        </p:nvSpPr>
        <p:spPr>
          <a:xfrm flipH="1">
            <a:off x="1033550" y="1377577"/>
            <a:ext cx="9405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1" sz="4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376" name="Google Shape;1376;p49"/>
          <p:cNvSpPr txBox="1"/>
          <p:nvPr>
            <p:ph idx="1" type="subTitle"/>
          </p:nvPr>
        </p:nvSpPr>
        <p:spPr>
          <a:xfrm>
            <a:off x="1033550" y="2480675"/>
            <a:ext cx="2636100" cy="381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77" name="Google Shape;1377;p49"/>
          <p:cNvSpPr txBox="1"/>
          <p:nvPr>
            <p:ph idx="3" type="subTitle"/>
          </p:nvPr>
        </p:nvSpPr>
        <p:spPr>
          <a:xfrm>
            <a:off x="1033550" y="1945416"/>
            <a:ext cx="31929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78" name="Google Shape;1378;p49"/>
          <p:cNvSpPr txBox="1"/>
          <p:nvPr>
            <p:ph hasCustomPrompt="1" idx="4" type="title"/>
          </p:nvPr>
        </p:nvSpPr>
        <p:spPr>
          <a:xfrm flipH="1">
            <a:off x="1033525" y="3039450"/>
            <a:ext cx="9405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1" sz="4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379" name="Google Shape;1379;p49"/>
          <p:cNvSpPr txBox="1"/>
          <p:nvPr>
            <p:ph idx="5" type="subTitle"/>
          </p:nvPr>
        </p:nvSpPr>
        <p:spPr>
          <a:xfrm>
            <a:off x="1033550" y="4167677"/>
            <a:ext cx="2636100" cy="381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80" name="Google Shape;1380;p49"/>
          <p:cNvSpPr txBox="1"/>
          <p:nvPr>
            <p:ph idx="6" type="subTitle"/>
          </p:nvPr>
        </p:nvSpPr>
        <p:spPr>
          <a:xfrm>
            <a:off x="1033550" y="3613450"/>
            <a:ext cx="31929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81" name="Google Shape;1381;p49"/>
          <p:cNvSpPr txBox="1"/>
          <p:nvPr>
            <p:ph hasCustomPrompt="1" idx="7" type="title"/>
          </p:nvPr>
        </p:nvSpPr>
        <p:spPr>
          <a:xfrm flipH="1">
            <a:off x="7169950" y="1377578"/>
            <a:ext cx="9405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b="1" sz="4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382" name="Google Shape;1382;p49"/>
          <p:cNvSpPr txBox="1"/>
          <p:nvPr>
            <p:ph idx="8" type="subTitle"/>
          </p:nvPr>
        </p:nvSpPr>
        <p:spPr>
          <a:xfrm>
            <a:off x="5474325" y="2480675"/>
            <a:ext cx="2636100" cy="381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83" name="Google Shape;1383;p49"/>
          <p:cNvSpPr txBox="1"/>
          <p:nvPr>
            <p:ph idx="9" type="subTitle"/>
          </p:nvPr>
        </p:nvSpPr>
        <p:spPr>
          <a:xfrm>
            <a:off x="4917550" y="1945416"/>
            <a:ext cx="31929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84" name="Google Shape;1384;p49"/>
          <p:cNvSpPr txBox="1"/>
          <p:nvPr>
            <p:ph hasCustomPrompt="1" idx="13" type="title"/>
          </p:nvPr>
        </p:nvSpPr>
        <p:spPr>
          <a:xfrm flipH="1">
            <a:off x="7169950" y="3039450"/>
            <a:ext cx="9405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b="1" sz="4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385" name="Google Shape;1385;p49"/>
          <p:cNvSpPr txBox="1"/>
          <p:nvPr>
            <p:ph idx="14" type="subTitle"/>
          </p:nvPr>
        </p:nvSpPr>
        <p:spPr>
          <a:xfrm>
            <a:off x="5474325" y="4167677"/>
            <a:ext cx="2636100" cy="381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86" name="Google Shape;1386;p49"/>
          <p:cNvSpPr txBox="1"/>
          <p:nvPr>
            <p:ph idx="15" type="subTitle"/>
          </p:nvPr>
        </p:nvSpPr>
        <p:spPr>
          <a:xfrm>
            <a:off x="4917550" y="3613450"/>
            <a:ext cx="31929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387" name="Google Shape;1387;p49"/>
          <p:cNvGrpSpPr/>
          <p:nvPr/>
        </p:nvGrpSpPr>
        <p:grpSpPr>
          <a:xfrm>
            <a:off x="-969899" y="3989306"/>
            <a:ext cx="1803578" cy="1558580"/>
            <a:chOff x="-969899" y="3989306"/>
            <a:chExt cx="1803578" cy="1558580"/>
          </a:xfrm>
        </p:grpSpPr>
        <p:grpSp>
          <p:nvGrpSpPr>
            <p:cNvPr id="1388" name="Google Shape;1388;p49"/>
            <p:cNvGrpSpPr/>
            <p:nvPr/>
          </p:nvGrpSpPr>
          <p:grpSpPr>
            <a:xfrm>
              <a:off x="-699845" y="4032775"/>
              <a:ext cx="777174" cy="1001897"/>
              <a:chOff x="-699845" y="4032775"/>
              <a:chExt cx="777174" cy="1001897"/>
            </a:xfrm>
          </p:grpSpPr>
          <p:sp>
            <p:nvSpPr>
              <p:cNvPr id="1389" name="Google Shape;1389;p49"/>
              <p:cNvSpPr/>
              <p:nvPr/>
            </p:nvSpPr>
            <p:spPr>
              <a:xfrm>
                <a:off x="-699845" y="4054782"/>
                <a:ext cx="752952" cy="979890"/>
              </a:xfrm>
              <a:custGeom>
                <a:rect b="b" l="l" r="r" t="t"/>
                <a:pathLst>
                  <a:path extrusionOk="0" h="44703" w="34350">
                    <a:moveTo>
                      <a:pt x="34205" y="1"/>
                    </a:moveTo>
                    <a:cubicBezTo>
                      <a:pt x="34169" y="1"/>
                      <a:pt x="34132" y="15"/>
                      <a:pt x="34104" y="43"/>
                    </a:cubicBezTo>
                    <a:lnTo>
                      <a:pt x="23425" y="10722"/>
                    </a:lnTo>
                    <a:cubicBezTo>
                      <a:pt x="23402" y="10745"/>
                      <a:pt x="23391" y="10778"/>
                      <a:pt x="23391" y="10823"/>
                    </a:cubicBezTo>
                    <a:lnTo>
                      <a:pt x="23391" y="21168"/>
                    </a:lnTo>
                    <a:lnTo>
                      <a:pt x="90" y="44468"/>
                    </a:lnTo>
                    <a:cubicBezTo>
                      <a:pt x="1" y="44558"/>
                      <a:pt x="68" y="44703"/>
                      <a:pt x="191" y="44703"/>
                    </a:cubicBezTo>
                    <a:cubicBezTo>
                      <a:pt x="224" y="44703"/>
                      <a:pt x="258" y="44692"/>
                      <a:pt x="291" y="44669"/>
                    </a:cubicBezTo>
                    <a:lnTo>
                      <a:pt x="23626" y="21324"/>
                    </a:lnTo>
                    <a:cubicBezTo>
                      <a:pt x="23648" y="21301"/>
                      <a:pt x="23670" y="21257"/>
                      <a:pt x="23670" y="21223"/>
                    </a:cubicBezTo>
                    <a:lnTo>
                      <a:pt x="23670" y="10879"/>
                    </a:lnTo>
                    <a:lnTo>
                      <a:pt x="34305" y="244"/>
                    </a:lnTo>
                    <a:cubicBezTo>
                      <a:pt x="34350" y="188"/>
                      <a:pt x="34350" y="98"/>
                      <a:pt x="34305" y="43"/>
                    </a:cubicBezTo>
                    <a:cubicBezTo>
                      <a:pt x="34277" y="15"/>
                      <a:pt x="34241" y="1"/>
                      <a:pt x="34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0" name="Google Shape;1390;p49"/>
              <p:cNvSpPr/>
              <p:nvPr/>
            </p:nvSpPr>
            <p:spPr>
              <a:xfrm>
                <a:off x="22507" y="4032775"/>
                <a:ext cx="54822" cy="49978"/>
              </a:xfrm>
              <a:custGeom>
                <a:rect b="b" l="l" r="r" t="t"/>
                <a:pathLst>
                  <a:path extrusionOk="0" h="2280" w="2501">
                    <a:moveTo>
                      <a:pt x="1248" y="0"/>
                    </a:moveTo>
                    <a:cubicBezTo>
                      <a:pt x="738" y="0"/>
                      <a:pt x="270" y="354"/>
                      <a:pt x="146" y="879"/>
                    </a:cubicBezTo>
                    <a:cubicBezTo>
                      <a:pt x="1" y="1493"/>
                      <a:pt x="380" y="2107"/>
                      <a:pt x="994" y="2252"/>
                    </a:cubicBezTo>
                    <a:cubicBezTo>
                      <a:pt x="1077" y="2270"/>
                      <a:pt x="1161" y="2279"/>
                      <a:pt x="1243" y="2279"/>
                    </a:cubicBezTo>
                    <a:cubicBezTo>
                      <a:pt x="1757" y="2279"/>
                      <a:pt x="2231" y="1933"/>
                      <a:pt x="2356" y="1404"/>
                    </a:cubicBezTo>
                    <a:cubicBezTo>
                      <a:pt x="2501" y="790"/>
                      <a:pt x="2121" y="176"/>
                      <a:pt x="1507" y="31"/>
                    </a:cubicBezTo>
                    <a:cubicBezTo>
                      <a:pt x="1421" y="10"/>
                      <a:pt x="1334" y="0"/>
                      <a:pt x="12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1" name="Google Shape;1391;p49"/>
              <p:cNvSpPr/>
              <p:nvPr/>
            </p:nvSpPr>
            <p:spPr>
              <a:xfrm>
                <a:off x="-344653" y="4547149"/>
                <a:ext cx="136036" cy="135772"/>
              </a:xfrm>
              <a:custGeom>
                <a:rect b="b" l="l" r="r" t="t"/>
                <a:pathLst>
                  <a:path extrusionOk="0" h="6194" w="6206">
                    <a:moveTo>
                      <a:pt x="6149" y="0"/>
                    </a:moveTo>
                    <a:lnTo>
                      <a:pt x="1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4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92" name="Google Shape;1392;p49"/>
            <p:cNvSpPr/>
            <p:nvPr/>
          </p:nvSpPr>
          <p:spPr>
            <a:xfrm>
              <a:off x="-621306" y="4385709"/>
              <a:ext cx="649512" cy="786446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49"/>
            <p:cNvSpPr/>
            <p:nvPr/>
          </p:nvSpPr>
          <p:spPr>
            <a:xfrm>
              <a:off x="-2920" y="4363854"/>
              <a:ext cx="53836" cy="49824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49"/>
            <p:cNvSpPr/>
            <p:nvPr/>
          </p:nvSpPr>
          <p:spPr>
            <a:xfrm>
              <a:off x="-348577" y="4011249"/>
              <a:ext cx="241471" cy="240177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49"/>
            <p:cNvSpPr/>
            <p:nvPr/>
          </p:nvSpPr>
          <p:spPr>
            <a:xfrm>
              <a:off x="-138934" y="3989307"/>
              <a:ext cx="56773" cy="49934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49"/>
            <p:cNvSpPr/>
            <p:nvPr/>
          </p:nvSpPr>
          <p:spPr>
            <a:xfrm>
              <a:off x="-372053" y="4223325"/>
              <a:ext cx="54822" cy="49802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49"/>
            <p:cNvSpPr/>
            <p:nvPr/>
          </p:nvSpPr>
          <p:spPr>
            <a:xfrm>
              <a:off x="-164361" y="4868277"/>
              <a:ext cx="659200" cy="657841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49"/>
            <p:cNvSpPr/>
            <p:nvPr/>
          </p:nvSpPr>
          <p:spPr>
            <a:xfrm>
              <a:off x="226779" y="4995523"/>
              <a:ext cx="136014" cy="135772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49"/>
            <p:cNvSpPr/>
            <p:nvPr/>
          </p:nvSpPr>
          <p:spPr>
            <a:xfrm>
              <a:off x="474081" y="4841338"/>
              <a:ext cx="53836" cy="50065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49"/>
            <p:cNvSpPr/>
            <p:nvPr/>
          </p:nvSpPr>
          <p:spPr>
            <a:xfrm>
              <a:off x="-185887" y="5498214"/>
              <a:ext cx="49912" cy="49671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49"/>
            <p:cNvSpPr/>
            <p:nvPr/>
          </p:nvSpPr>
          <p:spPr>
            <a:xfrm>
              <a:off x="38925" y="4786012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49"/>
            <p:cNvSpPr/>
            <p:nvPr/>
          </p:nvSpPr>
          <p:spPr>
            <a:xfrm>
              <a:off x="-589259" y="4875599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49"/>
            <p:cNvSpPr/>
            <p:nvPr/>
          </p:nvSpPr>
          <p:spPr>
            <a:xfrm>
              <a:off x="-677815" y="5502489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49"/>
            <p:cNvSpPr/>
            <p:nvPr/>
          </p:nvSpPr>
          <p:spPr>
            <a:xfrm>
              <a:off x="-969899" y="4645526"/>
              <a:ext cx="480201" cy="479478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49"/>
            <p:cNvSpPr/>
            <p:nvPr/>
          </p:nvSpPr>
          <p:spPr>
            <a:xfrm>
              <a:off x="289933" y="3989306"/>
              <a:ext cx="480201" cy="47989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49"/>
            <p:cNvSpPr/>
            <p:nvPr/>
          </p:nvSpPr>
          <p:spPr>
            <a:xfrm>
              <a:off x="615706" y="4527246"/>
              <a:ext cx="217972" cy="209731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49"/>
            <p:cNvSpPr/>
            <p:nvPr/>
          </p:nvSpPr>
          <p:spPr>
            <a:xfrm>
              <a:off x="682255" y="4585290"/>
              <a:ext cx="93204" cy="93467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8" name="Google Shape;1408;p49"/>
          <p:cNvGrpSpPr/>
          <p:nvPr/>
        </p:nvGrpSpPr>
        <p:grpSpPr>
          <a:xfrm flipH="1">
            <a:off x="-74415" y="391900"/>
            <a:ext cx="1040638" cy="901375"/>
            <a:chOff x="948060" y="3972813"/>
            <a:chExt cx="1040638" cy="901375"/>
          </a:xfrm>
        </p:grpSpPr>
        <p:grpSp>
          <p:nvGrpSpPr>
            <p:cNvPr id="1409" name="Google Shape;1409;p49"/>
            <p:cNvGrpSpPr/>
            <p:nvPr/>
          </p:nvGrpSpPr>
          <p:grpSpPr>
            <a:xfrm flipH="1">
              <a:off x="948060" y="3972813"/>
              <a:ext cx="716725" cy="901375"/>
              <a:chOff x="-3888525" y="-2483300"/>
              <a:chExt cx="716725" cy="901375"/>
            </a:xfrm>
          </p:grpSpPr>
          <p:sp>
            <p:nvSpPr>
              <p:cNvPr id="1410" name="Google Shape;1410;p49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1" name="Google Shape;1411;p49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2" name="Google Shape;1412;p49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1413" name="Google Shape;1413;p49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49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49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16" name="Google Shape;1416;p49"/>
          <p:cNvGrpSpPr/>
          <p:nvPr/>
        </p:nvGrpSpPr>
        <p:grpSpPr>
          <a:xfrm>
            <a:off x="8530769" y="1433443"/>
            <a:ext cx="1019565" cy="1290805"/>
            <a:chOff x="-4017975" y="-49702"/>
            <a:chExt cx="1162825" cy="1472177"/>
          </a:xfrm>
        </p:grpSpPr>
        <p:sp>
          <p:nvSpPr>
            <p:cNvPr id="1417" name="Google Shape;1417;p49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49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49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49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49"/>
            <p:cNvSpPr/>
            <p:nvPr/>
          </p:nvSpPr>
          <p:spPr>
            <a:xfrm>
              <a:off x="-3633259" y="-49702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49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49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50"/>
          <p:cNvSpPr txBox="1"/>
          <p:nvPr>
            <p:ph type="title"/>
          </p:nvPr>
        </p:nvSpPr>
        <p:spPr>
          <a:xfrm>
            <a:off x="1940550" y="3438075"/>
            <a:ext cx="5262900" cy="363000"/>
          </a:xfrm>
          <a:prstGeom prst="rect">
            <a:avLst/>
          </a:prstGeom>
          <a:noFill/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b="1"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26" name="Google Shape;1426;p50"/>
          <p:cNvSpPr txBox="1"/>
          <p:nvPr>
            <p:ph idx="1" type="subTitle"/>
          </p:nvPr>
        </p:nvSpPr>
        <p:spPr>
          <a:xfrm>
            <a:off x="1940550" y="1342425"/>
            <a:ext cx="5262900" cy="1592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1427" name="Google Shape;1427;p50"/>
          <p:cNvGrpSpPr/>
          <p:nvPr/>
        </p:nvGrpSpPr>
        <p:grpSpPr>
          <a:xfrm>
            <a:off x="8103363" y="1111063"/>
            <a:ext cx="1040638" cy="901375"/>
            <a:chOff x="8457538" y="810363"/>
            <a:chExt cx="1040638" cy="901375"/>
          </a:xfrm>
        </p:grpSpPr>
        <p:grpSp>
          <p:nvGrpSpPr>
            <p:cNvPr id="1428" name="Google Shape;1428;p50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429" name="Google Shape;1429;p50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50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1" name="Google Shape;1431;p50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432" name="Google Shape;1432;p50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3" name="Google Shape;1433;p50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4" name="Google Shape;1434;p50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35" name="Google Shape;1435;p50"/>
          <p:cNvGrpSpPr/>
          <p:nvPr/>
        </p:nvGrpSpPr>
        <p:grpSpPr>
          <a:xfrm>
            <a:off x="214269" y="2098393"/>
            <a:ext cx="1019565" cy="1290805"/>
            <a:chOff x="-4017975" y="-49702"/>
            <a:chExt cx="1162825" cy="1472177"/>
          </a:xfrm>
        </p:grpSpPr>
        <p:sp>
          <p:nvSpPr>
            <p:cNvPr id="1436" name="Google Shape;1436;p50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50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50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50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50"/>
            <p:cNvSpPr/>
            <p:nvPr/>
          </p:nvSpPr>
          <p:spPr>
            <a:xfrm>
              <a:off x="-3633259" y="-49702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50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50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4"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51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445" name="Google Shape;1445;p51"/>
          <p:cNvGrpSpPr/>
          <p:nvPr/>
        </p:nvGrpSpPr>
        <p:grpSpPr>
          <a:xfrm>
            <a:off x="8289922" y="1760200"/>
            <a:ext cx="1369850" cy="1342825"/>
            <a:chOff x="-3742350" y="-3012325"/>
            <a:chExt cx="1369850" cy="1342825"/>
          </a:xfrm>
        </p:grpSpPr>
        <p:sp>
          <p:nvSpPr>
            <p:cNvPr id="1446" name="Google Shape;1446;p51"/>
            <p:cNvSpPr/>
            <p:nvPr/>
          </p:nvSpPr>
          <p:spPr>
            <a:xfrm>
              <a:off x="-3076125" y="-3012325"/>
              <a:ext cx="38525" cy="38250"/>
            </a:xfrm>
            <a:custGeom>
              <a:rect b="b" l="l" r="r" t="t"/>
              <a:pathLst>
                <a:path extrusionOk="0" h="1530" w="1541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51"/>
            <p:cNvSpPr/>
            <p:nvPr/>
          </p:nvSpPr>
          <p:spPr>
            <a:xfrm>
              <a:off x="-3648325" y="-2918425"/>
              <a:ext cx="523950" cy="509300"/>
            </a:xfrm>
            <a:custGeom>
              <a:rect b="b" l="l" r="r" t="t"/>
              <a:pathLst>
                <a:path extrusionOk="0" h="20372" w="20958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51"/>
            <p:cNvSpPr/>
            <p:nvPr/>
          </p:nvSpPr>
          <p:spPr>
            <a:xfrm>
              <a:off x="-3742350" y="-2353475"/>
              <a:ext cx="53025" cy="38650"/>
            </a:xfrm>
            <a:custGeom>
              <a:rect b="b" l="l" r="r" t="t"/>
              <a:pathLst>
                <a:path extrusionOk="0" h="1546" w="2121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51"/>
            <p:cNvSpPr/>
            <p:nvPr/>
          </p:nvSpPr>
          <p:spPr>
            <a:xfrm>
              <a:off x="-3470900" y="-26570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51"/>
            <p:cNvSpPr/>
            <p:nvPr/>
          </p:nvSpPr>
          <p:spPr>
            <a:xfrm>
              <a:off x="-3720275" y="-2216400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51"/>
            <p:cNvSpPr/>
            <p:nvPr/>
          </p:nvSpPr>
          <p:spPr>
            <a:xfrm>
              <a:off x="-2825862" y="-2936687"/>
              <a:ext cx="184175" cy="158025"/>
            </a:xfrm>
            <a:custGeom>
              <a:rect b="b" l="l" r="r" t="t"/>
              <a:pathLst>
                <a:path extrusionOk="0" h="6321" w="7367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51"/>
            <p:cNvSpPr/>
            <p:nvPr/>
          </p:nvSpPr>
          <p:spPr>
            <a:xfrm>
              <a:off x="-2758612" y="-2892062"/>
              <a:ext cx="76175" cy="68900"/>
            </a:xfrm>
            <a:custGeom>
              <a:rect b="b" l="l" r="r" t="t"/>
              <a:pathLst>
                <a:path extrusionOk="0" h="2756" w="3047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51"/>
            <p:cNvSpPr/>
            <p:nvPr/>
          </p:nvSpPr>
          <p:spPr>
            <a:xfrm>
              <a:off x="-3151175" y="-2605875"/>
              <a:ext cx="752125" cy="750250"/>
            </a:xfrm>
            <a:custGeom>
              <a:rect b="b" l="l" r="r" t="t"/>
              <a:pathLst>
                <a:path extrusionOk="0" h="30010" w="30085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51"/>
            <p:cNvSpPr/>
            <p:nvPr/>
          </p:nvSpPr>
          <p:spPr>
            <a:xfrm>
              <a:off x="-2704800" y="-2461050"/>
              <a:ext cx="155150" cy="155150"/>
            </a:xfrm>
            <a:custGeom>
              <a:rect b="b" l="l" r="r" t="t"/>
              <a:pathLst>
                <a:path extrusionOk="0" h="6206" w="6206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51"/>
            <p:cNvSpPr/>
            <p:nvPr/>
          </p:nvSpPr>
          <p:spPr>
            <a:xfrm>
              <a:off x="-2435025" y="-2631025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51"/>
            <p:cNvSpPr/>
            <p:nvPr/>
          </p:nvSpPr>
          <p:spPr>
            <a:xfrm>
              <a:off x="-3175450" y="-1887725"/>
              <a:ext cx="56675" cy="56925"/>
            </a:xfrm>
            <a:custGeom>
              <a:rect b="b" l="l" r="r" t="t"/>
              <a:pathLst>
                <a:path extrusionOk="0" h="2277" w="2267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7" name="Google Shape;1457;p51"/>
          <p:cNvGrpSpPr/>
          <p:nvPr/>
        </p:nvGrpSpPr>
        <p:grpSpPr>
          <a:xfrm>
            <a:off x="-275103" y="120400"/>
            <a:ext cx="1369850" cy="1342825"/>
            <a:chOff x="-3742350" y="-3012325"/>
            <a:chExt cx="1369850" cy="1342825"/>
          </a:xfrm>
        </p:grpSpPr>
        <p:sp>
          <p:nvSpPr>
            <p:cNvPr id="1458" name="Google Shape;1458;p51"/>
            <p:cNvSpPr/>
            <p:nvPr/>
          </p:nvSpPr>
          <p:spPr>
            <a:xfrm>
              <a:off x="-3076125" y="-3012325"/>
              <a:ext cx="38525" cy="38250"/>
            </a:xfrm>
            <a:custGeom>
              <a:rect b="b" l="l" r="r" t="t"/>
              <a:pathLst>
                <a:path extrusionOk="0" h="1530" w="1541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51"/>
            <p:cNvSpPr/>
            <p:nvPr/>
          </p:nvSpPr>
          <p:spPr>
            <a:xfrm>
              <a:off x="-3648325" y="-2918425"/>
              <a:ext cx="523950" cy="509300"/>
            </a:xfrm>
            <a:custGeom>
              <a:rect b="b" l="l" r="r" t="t"/>
              <a:pathLst>
                <a:path extrusionOk="0" h="20372" w="20958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51"/>
            <p:cNvSpPr/>
            <p:nvPr/>
          </p:nvSpPr>
          <p:spPr>
            <a:xfrm>
              <a:off x="-3742350" y="-2353475"/>
              <a:ext cx="53025" cy="38650"/>
            </a:xfrm>
            <a:custGeom>
              <a:rect b="b" l="l" r="r" t="t"/>
              <a:pathLst>
                <a:path extrusionOk="0" h="1546" w="2121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51"/>
            <p:cNvSpPr/>
            <p:nvPr/>
          </p:nvSpPr>
          <p:spPr>
            <a:xfrm>
              <a:off x="-3470900" y="-26570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51"/>
            <p:cNvSpPr/>
            <p:nvPr/>
          </p:nvSpPr>
          <p:spPr>
            <a:xfrm>
              <a:off x="-3720275" y="-2216400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51"/>
            <p:cNvSpPr/>
            <p:nvPr/>
          </p:nvSpPr>
          <p:spPr>
            <a:xfrm>
              <a:off x="-2825862" y="-2936687"/>
              <a:ext cx="184175" cy="158025"/>
            </a:xfrm>
            <a:custGeom>
              <a:rect b="b" l="l" r="r" t="t"/>
              <a:pathLst>
                <a:path extrusionOk="0" h="6321" w="7367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51"/>
            <p:cNvSpPr/>
            <p:nvPr/>
          </p:nvSpPr>
          <p:spPr>
            <a:xfrm>
              <a:off x="-2758612" y="-2892062"/>
              <a:ext cx="76175" cy="68900"/>
            </a:xfrm>
            <a:custGeom>
              <a:rect b="b" l="l" r="r" t="t"/>
              <a:pathLst>
                <a:path extrusionOk="0" h="2756" w="3047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51"/>
            <p:cNvSpPr/>
            <p:nvPr/>
          </p:nvSpPr>
          <p:spPr>
            <a:xfrm>
              <a:off x="-3151175" y="-2605875"/>
              <a:ext cx="752125" cy="750250"/>
            </a:xfrm>
            <a:custGeom>
              <a:rect b="b" l="l" r="r" t="t"/>
              <a:pathLst>
                <a:path extrusionOk="0" h="30010" w="30085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51"/>
            <p:cNvSpPr/>
            <p:nvPr/>
          </p:nvSpPr>
          <p:spPr>
            <a:xfrm>
              <a:off x="-2704800" y="-2461050"/>
              <a:ext cx="155150" cy="155150"/>
            </a:xfrm>
            <a:custGeom>
              <a:rect b="b" l="l" r="r" t="t"/>
              <a:pathLst>
                <a:path extrusionOk="0" h="6206" w="6206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51"/>
            <p:cNvSpPr/>
            <p:nvPr/>
          </p:nvSpPr>
          <p:spPr>
            <a:xfrm>
              <a:off x="-2435025" y="-2631025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51"/>
            <p:cNvSpPr/>
            <p:nvPr/>
          </p:nvSpPr>
          <p:spPr>
            <a:xfrm>
              <a:off x="-3175450" y="-1887725"/>
              <a:ext cx="56675" cy="56925"/>
            </a:xfrm>
            <a:custGeom>
              <a:rect b="b" l="l" r="r" t="t"/>
              <a:pathLst>
                <a:path extrusionOk="0" h="2277" w="2267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9" name="Google Shape;1469;p51"/>
          <p:cNvGrpSpPr/>
          <p:nvPr/>
        </p:nvGrpSpPr>
        <p:grpSpPr>
          <a:xfrm>
            <a:off x="7444085" y="-614062"/>
            <a:ext cx="1040637" cy="901375"/>
            <a:chOff x="7772485" y="-345137"/>
            <a:chExt cx="1040637" cy="901375"/>
          </a:xfrm>
        </p:grpSpPr>
        <p:grpSp>
          <p:nvGrpSpPr>
            <p:cNvPr id="1470" name="Google Shape;1470;p51"/>
            <p:cNvGrpSpPr/>
            <p:nvPr/>
          </p:nvGrpSpPr>
          <p:grpSpPr>
            <a:xfrm>
              <a:off x="8096397" y="-345137"/>
              <a:ext cx="716725" cy="901375"/>
              <a:chOff x="-3888525" y="-2483300"/>
              <a:chExt cx="716725" cy="901375"/>
            </a:xfrm>
          </p:grpSpPr>
          <p:sp>
            <p:nvSpPr>
              <p:cNvPr id="1471" name="Google Shape;1471;p51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2" name="Google Shape;1472;p51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73" name="Google Shape;1473;p51"/>
            <p:cNvGrpSpPr/>
            <p:nvPr/>
          </p:nvGrpSpPr>
          <p:grpSpPr>
            <a:xfrm>
              <a:off x="7772485" y="175988"/>
              <a:ext cx="323925" cy="323650"/>
              <a:chOff x="1608625" y="299800"/>
              <a:chExt cx="323925" cy="323650"/>
            </a:xfrm>
          </p:grpSpPr>
          <p:sp>
            <p:nvSpPr>
              <p:cNvPr id="1474" name="Google Shape;1474;p51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51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6" name="Google Shape;1476;p51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4_1"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52"/>
          <p:cNvSpPr txBox="1"/>
          <p:nvPr>
            <p:ph type="title"/>
          </p:nvPr>
        </p:nvSpPr>
        <p:spPr>
          <a:xfrm>
            <a:off x="782850" y="556250"/>
            <a:ext cx="7578300" cy="495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479" name="Google Shape;1479;p52"/>
          <p:cNvGrpSpPr/>
          <p:nvPr/>
        </p:nvGrpSpPr>
        <p:grpSpPr>
          <a:xfrm>
            <a:off x="7771338" y="4403813"/>
            <a:ext cx="1040638" cy="901375"/>
            <a:chOff x="8457538" y="810363"/>
            <a:chExt cx="1040638" cy="901375"/>
          </a:xfrm>
        </p:grpSpPr>
        <p:grpSp>
          <p:nvGrpSpPr>
            <p:cNvPr id="1480" name="Google Shape;1480;p52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481" name="Google Shape;1481;p52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2" name="Google Shape;1482;p52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3" name="Google Shape;1483;p52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484" name="Google Shape;1484;p52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5" name="Google Shape;1485;p52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52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87" name="Google Shape;1487;p52"/>
          <p:cNvGrpSpPr/>
          <p:nvPr/>
        </p:nvGrpSpPr>
        <p:grpSpPr>
          <a:xfrm>
            <a:off x="7771359" y="4167517"/>
            <a:ext cx="761479" cy="750124"/>
            <a:chOff x="-642191" y="1634242"/>
            <a:chExt cx="761479" cy="750124"/>
          </a:xfrm>
        </p:grpSpPr>
        <p:sp>
          <p:nvSpPr>
            <p:cNvPr id="1488" name="Google Shape;1488;p52"/>
            <p:cNvSpPr/>
            <p:nvPr/>
          </p:nvSpPr>
          <p:spPr>
            <a:xfrm rot="10800000">
              <a:off x="-642191" y="2350719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52"/>
            <p:cNvSpPr/>
            <p:nvPr/>
          </p:nvSpPr>
          <p:spPr>
            <a:xfrm rot="10800000">
              <a:off x="-553634" y="1723763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52"/>
            <p:cNvSpPr/>
            <p:nvPr/>
          </p:nvSpPr>
          <p:spPr>
            <a:xfrm rot="10800000">
              <a:off x="78166" y="1634242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1" name="Google Shape;1491;p52"/>
          <p:cNvGrpSpPr/>
          <p:nvPr/>
        </p:nvGrpSpPr>
        <p:grpSpPr>
          <a:xfrm>
            <a:off x="330444" y="-221875"/>
            <a:ext cx="713803" cy="706547"/>
            <a:chOff x="-4017975" y="616650"/>
            <a:chExt cx="814100" cy="805825"/>
          </a:xfrm>
        </p:grpSpPr>
        <p:sp>
          <p:nvSpPr>
            <p:cNvPr id="1492" name="Google Shape;1492;p52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52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52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52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5"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53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8" name="Google Shape;1498;p53"/>
          <p:cNvSpPr txBox="1"/>
          <p:nvPr>
            <p:ph idx="1" type="subTitle"/>
          </p:nvPr>
        </p:nvSpPr>
        <p:spPr>
          <a:xfrm>
            <a:off x="782850" y="2955251"/>
            <a:ext cx="2311200" cy="7662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9" name="Google Shape;1499;p53"/>
          <p:cNvSpPr txBox="1"/>
          <p:nvPr>
            <p:ph idx="2" type="subTitle"/>
          </p:nvPr>
        </p:nvSpPr>
        <p:spPr>
          <a:xfrm>
            <a:off x="782850" y="2538925"/>
            <a:ext cx="23112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0" name="Google Shape;1500;p53"/>
          <p:cNvSpPr txBox="1"/>
          <p:nvPr>
            <p:ph idx="3" type="subTitle"/>
          </p:nvPr>
        </p:nvSpPr>
        <p:spPr>
          <a:xfrm>
            <a:off x="3416400" y="2955251"/>
            <a:ext cx="2311200" cy="7662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1" name="Google Shape;1501;p53"/>
          <p:cNvSpPr txBox="1"/>
          <p:nvPr>
            <p:ph idx="4" type="subTitle"/>
          </p:nvPr>
        </p:nvSpPr>
        <p:spPr>
          <a:xfrm>
            <a:off x="3416400" y="2538925"/>
            <a:ext cx="23112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2" name="Google Shape;1502;p53"/>
          <p:cNvSpPr txBox="1"/>
          <p:nvPr>
            <p:ph idx="5" type="subTitle"/>
          </p:nvPr>
        </p:nvSpPr>
        <p:spPr>
          <a:xfrm>
            <a:off x="6049950" y="2955251"/>
            <a:ext cx="2311200" cy="7662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3" name="Google Shape;1503;p53"/>
          <p:cNvSpPr txBox="1"/>
          <p:nvPr>
            <p:ph idx="6" type="subTitle"/>
          </p:nvPr>
        </p:nvSpPr>
        <p:spPr>
          <a:xfrm>
            <a:off x="6049950" y="2538925"/>
            <a:ext cx="23112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504" name="Google Shape;1504;p53"/>
          <p:cNvGrpSpPr/>
          <p:nvPr/>
        </p:nvGrpSpPr>
        <p:grpSpPr>
          <a:xfrm>
            <a:off x="-382087" y="624425"/>
            <a:ext cx="1040638" cy="901375"/>
            <a:chOff x="8457538" y="810363"/>
            <a:chExt cx="1040638" cy="901375"/>
          </a:xfrm>
        </p:grpSpPr>
        <p:grpSp>
          <p:nvGrpSpPr>
            <p:cNvPr id="1505" name="Google Shape;1505;p53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506" name="Google Shape;1506;p53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53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8" name="Google Shape;1508;p53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509" name="Google Shape;1509;p53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53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53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12" name="Google Shape;1512;p53"/>
          <p:cNvGrpSpPr/>
          <p:nvPr/>
        </p:nvGrpSpPr>
        <p:grpSpPr>
          <a:xfrm rot="10800000">
            <a:off x="8274244" y="624418"/>
            <a:ext cx="1803578" cy="1592367"/>
            <a:chOff x="-4912150" y="-393637"/>
            <a:chExt cx="2057000" cy="1816112"/>
          </a:xfrm>
        </p:grpSpPr>
        <p:sp>
          <p:nvSpPr>
            <p:cNvPr id="1513" name="Google Shape;1513;p53"/>
            <p:cNvSpPr/>
            <p:nvPr/>
          </p:nvSpPr>
          <p:spPr>
            <a:xfrm>
              <a:off x="-4604150" y="-280425"/>
              <a:ext cx="858750" cy="1117575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53"/>
            <p:cNvSpPr/>
            <p:nvPr/>
          </p:nvSpPr>
          <p:spPr>
            <a:xfrm>
              <a:off x="-3780300" y="-305525"/>
              <a:ext cx="62525" cy="57000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53"/>
            <p:cNvSpPr/>
            <p:nvPr/>
          </p:nvSpPr>
          <p:spPr>
            <a:xfrm>
              <a:off x="-4199050" y="281125"/>
              <a:ext cx="155150" cy="154850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53"/>
            <p:cNvSpPr/>
            <p:nvPr/>
          </p:nvSpPr>
          <p:spPr>
            <a:xfrm>
              <a:off x="-4514575" y="97000"/>
              <a:ext cx="740775" cy="896950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53"/>
            <p:cNvSpPr/>
            <p:nvPr/>
          </p:nvSpPr>
          <p:spPr>
            <a:xfrm>
              <a:off x="-3809300" y="72075"/>
              <a:ext cx="61400" cy="56825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53"/>
            <p:cNvSpPr/>
            <p:nvPr/>
          </p:nvSpPr>
          <p:spPr>
            <a:xfrm>
              <a:off x="-4203525" y="-330075"/>
              <a:ext cx="275400" cy="273925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53"/>
            <p:cNvSpPr/>
            <p:nvPr/>
          </p:nvSpPr>
          <p:spPr>
            <a:xfrm>
              <a:off x="-3964425" y="-355100"/>
              <a:ext cx="64750" cy="56950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53"/>
            <p:cNvSpPr/>
            <p:nvPr/>
          </p:nvSpPr>
          <p:spPr>
            <a:xfrm>
              <a:off x="-4230300" y="-88200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53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53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53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53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53"/>
            <p:cNvSpPr/>
            <p:nvPr/>
          </p:nvSpPr>
          <p:spPr>
            <a:xfrm>
              <a:off x="-3761575" y="553550"/>
              <a:ext cx="51025" cy="38375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53"/>
            <p:cNvSpPr/>
            <p:nvPr/>
          </p:nvSpPr>
          <p:spPr>
            <a:xfrm>
              <a:off x="-4478025" y="655725"/>
              <a:ext cx="666475" cy="651250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53"/>
            <p:cNvSpPr/>
            <p:nvPr/>
          </p:nvSpPr>
          <p:spPr>
            <a:xfrm>
              <a:off x="-4579025" y="1370700"/>
              <a:ext cx="46900" cy="38375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53"/>
            <p:cNvSpPr/>
            <p:nvPr/>
          </p:nvSpPr>
          <p:spPr>
            <a:xfrm>
              <a:off x="-4912150" y="393325"/>
              <a:ext cx="547675" cy="546850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53"/>
            <p:cNvSpPr/>
            <p:nvPr/>
          </p:nvSpPr>
          <p:spPr>
            <a:xfrm>
              <a:off x="-3508415" y="-393637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53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53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2" name="Google Shape;1532;p53"/>
          <p:cNvGrpSpPr/>
          <p:nvPr/>
        </p:nvGrpSpPr>
        <p:grpSpPr>
          <a:xfrm rot="10800000">
            <a:off x="1179219" y="4287293"/>
            <a:ext cx="1803578" cy="1592367"/>
            <a:chOff x="-4912150" y="-393637"/>
            <a:chExt cx="2057000" cy="1816112"/>
          </a:xfrm>
        </p:grpSpPr>
        <p:sp>
          <p:nvSpPr>
            <p:cNvPr id="1533" name="Google Shape;1533;p53"/>
            <p:cNvSpPr/>
            <p:nvPr/>
          </p:nvSpPr>
          <p:spPr>
            <a:xfrm>
              <a:off x="-4604150" y="-280425"/>
              <a:ext cx="858750" cy="1117575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53"/>
            <p:cNvSpPr/>
            <p:nvPr/>
          </p:nvSpPr>
          <p:spPr>
            <a:xfrm>
              <a:off x="-3780300" y="-305525"/>
              <a:ext cx="62525" cy="57000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53"/>
            <p:cNvSpPr/>
            <p:nvPr/>
          </p:nvSpPr>
          <p:spPr>
            <a:xfrm>
              <a:off x="-4199050" y="281125"/>
              <a:ext cx="155150" cy="154850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53"/>
            <p:cNvSpPr/>
            <p:nvPr/>
          </p:nvSpPr>
          <p:spPr>
            <a:xfrm>
              <a:off x="-4514575" y="97000"/>
              <a:ext cx="740775" cy="896950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53"/>
            <p:cNvSpPr/>
            <p:nvPr/>
          </p:nvSpPr>
          <p:spPr>
            <a:xfrm>
              <a:off x="-3809300" y="72075"/>
              <a:ext cx="61400" cy="56825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53"/>
            <p:cNvSpPr/>
            <p:nvPr/>
          </p:nvSpPr>
          <p:spPr>
            <a:xfrm>
              <a:off x="-4203525" y="-330075"/>
              <a:ext cx="275400" cy="273925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53"/>
            <p:cNvSpPr/>
            <p:nvPr/>
          </p:nvSpPr>
          <p:spPr>
            <a:xfrm>
              <a:off x="-3964425" y="-355100"/>
              <a:ext cx="64750" cy="56950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53"/>
            <p:cNvSpPr/>
            <p:nvPr/>
          </p:nvSpPr>
          <p:spPr>
            <a:xfrm>
              <a:off x="-4230300" y="-88200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53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53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53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53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53"/>
            <p:cNvSpPr/>
            <p:nvPr/>
          </p:nvSpPr>
          <p:spPr>
            <a:xfrm>
              <a:off x="-3761575" y="553550"/>
              <a:ext cx="51025" cy="38375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53"/>
            <p:cNvSpPr/>
            <p:nvPr/>
          </p:nvSpPr>
          <p:spPr>
            <a:xfrm>
              <a:off x="-4478025" y="655725"/>
              <a:ext cx="666475" cy="651250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53"/>
            <p:cNvSpPr/>
            <p:nvPr/>
          </p:nvSpPr>
          <p:spPr>
            <a:xfrm>
              <a:off x="-4579025" y="1370700"/>
              <a:ext cx="46900" cy="38375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53"/>
            <p:cNvSpPr/>
            <p:nvPr/>
          </p:nvSpPr>
          <p:spPr>
            <a:xfrm>
              <a:off x="-4912150" y="393325"/>
              <a:ext cx="547675" cy="546850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53"/>
            <p:cNvSpPr/>
            <p:nvPr/>
          </p:nvSpPr>
          <p:spPr>
            <a:xfrm>
              <a:off x="-3508415" y="-393637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53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53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_1"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54"/>
          <p:cNvSpPr txBox="1"/>
          <p:nvPr>
            <p:ph type="title"/>
          </p:nvPr>
        </p:nvSpPr>
        <p:spPr>
          <a:xfrm flipH="1"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4" name="Google Shape;1554;p54"/>
          <p:cNvSpPr txBox="1"/>
          <p:nvPr>
            <p:ph idx="1" type="subTitle"/>
          </p:nvPr>
        </p:nvSpPr>
        <p:spPr>
          <a:xfrm>
            <a:off x="1589125" y="2349175"/>
            <a:ext cx="2541000" cy="521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5" name="Google Shape;1555;p54"/>
          <p:cNvSpPr txBox="1"/>
          <p:nvPr>
            <p:ph idx="2" type="subTitle"/>
          </p:nvPr>
        </p:nvSpPr>
        <p:spPr>
          <a:xfrm>
            <a:off x="1589125" y="2011200"/>
            <a:ext cx="25410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6" name="Google Shape;1556;p54"/>
          <p:cNvSpPr txBox="1"/>
          <p:nvPr>
            <p:ph idx="3" type="subTitle"/>
          </p:nvPr>
        </p:nvSpPr>
        <p:spPr>
          <a:xfrm>
            <a:off x="5013850" y="2351975"/>
            <a:ext cx="2541000" cy="521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7" name="Google Shape;1557;p54"/>
          <p:cNvSpPr txBox="1"/>
          <p:nvPr>
            <p:ph idx="4" type="subTitle"/>
          </p:nvPr>
        </p:nvSpPr>
        <p:spPr>
          <a:xfrm>
            <a:off x="5013850" y="2014000"/>
            <a:ext cx="25410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8" name="Google Shape;1558;p54"/>
          <p:cNvSpPr txBox="1"/>
          <p:nvPr>
            <p:ph idx="5" type="subTitle"/>
          </p:nvPr>
        </p:nvSpPr>
        <p:spPr>
          <a:xfrm>
            <a:off x="1589125" y="3960125"/>
            <a:ext cx="2541000" cy="521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9" name="Google Shape;1559;p54"/>
          <p:cNvSpPr txBox="1"/>
          <p:nvPr>
            <p:ph idx="6" type="subTitle"/>
          </p:nvPr>
        </p:nvSpPr>
        <p:spPr>
          <a:xfrm>
            <a:off x="1589125" y="3622150"/>
            <a:ext cx="25410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0" name="Google Shape;1560;p54"/>
          <p:cNvSpPr txBox="1"/>
          <p:nvPr>
            <p:ph idx="7" type="subTitle"/>
          </p:nvPr>
        </p:nvSpPr>
        <p:spPr>
          <a:xfrm>
            <a:off x="5013850" y="3960098"/>
            <a:ext cx="2541000" cy="521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1" name="Google Shape;1561;p54"/>
          <p:cNvSpPr txBox="1"/>
          <p:nvPr>
            <p:ph idx="8" type="subTitle"/>
          </p:nvPr>
        </p:nvSpPr>
        <p:spPr>
          <a:xfrm>
            <a:off x="5013850" y="3622123"/>
            <a:ext cx="25410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562" name="Google Shape;1562;p54"/>
          <p:cNvGrpSpPr/>
          <p:nvPr/>
        </p:nvGrpSpPr>
        <p:grpSpPr>
          <a:xfrm flipH="1">
            <a:off x="205972" y="3517863"/>
            <a:ext cx="873188" cy="546900"/>
            <a:chOff x="1115510" y="4327288"/>
            <a:chExt cx="873188" cy="546900"/>
          </a:xfrm>
        </p:grpSpPr>
        <p:sp>
          <p:nvSpPr>
            <p:cNvPr id="1563" name="Google Shape;1563;p54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64" name="Google Shape;1564;p54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1565" name="Google Shape;1565;p54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54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54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68" name="Google Shape;1568;p54"/>
          <p:cNvGrpSpPr/>
          <p:nvPr/>
        </p:nvGrpSpPr>
        <p:grpSpPr>
          <a:xfrm>
            <a:off x="-234937" y="-460907"/>
            <a:ext cx="1938846" cy="1720830"/>
            <a:chOff x="-1873362" y="2120543"/>
            <a:chExt cx="1938846" cy="1720830"/>
          </a:xfrm>
        </p:grpSpPr>
        <p:sp>
          <p:nvSpPr>
            <p:cNvPr id="1569" name="Google Shape;1569;p54"/>
            <p:cNvSpPr/>
            <p:nvPr/>
          </p:nvSpPr>
          <p:spPr>
            <a:xfrm>
              <a:off x="-1603307" y="2348270"/>
              <a:ext cx="752952" cy="979890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54"/>
            <p:cNvSpPr/>
            <p:nvPr/>
          </p:nvSpPr>
          <p:spPr>
            <a:xfrm>
              <a:off x="-880956" y="2326262"/>
              <a:ext cx="54822" cy="49978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54"/>
            <p:cNvSpPr/>
            <p:nvPr/>
          </p:nvSpPr>
          <p:spPr>
            <a:xfrm>
              <a:off x="-1248116" y="2840637"/>
              <a:ext cx="136036" cy="135772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54"/>
            <p:cNvSpPr/>
            <p:nvPr/>
          </p:nvSpPr>
          <p:spPr>
            <a:xfrm>
              <a:off x="-1524768" y="2679196"/>
              <a:ext cx="649512" cy="786446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54"/>
            <p:cNvSpPr/>
            <p:nvPr/>
          </p:nvSpPr>
          <p:spPr>
            <a:xfrm>
              <a:off x="-906383" y="2657342"/>
              <a:ext cx="53836" cy="49824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54"/>
            <p:cNvSpPr/>
            <p:nvPr/>
          </p:nvSpPr>
          <p:spPr>
            <a:xfrm>
              <a:off x="-1252039" y="2304737"/>
              <a:ext cx="241471" cy="240177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54"/>
            <p:cNvSpPr/>
            <p:nvPr/>
          </p:nvSpPr>
          <p:spPr>
            <a:xfrm>
              <a:off x="-1042397" y="2282795"/>
              <a:ext cx="56773" cy="49934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54"/>
            <p:cNvSpPr/>
            <p:nvPr/>
          </p:nvSpPr>
          <p:spPr>
            <a:xfrm>
              <a:off x="-1275516" y="2516813"/>
              <a:ext cx="54822" cy="49802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54"/>
            <p:cNvSpPr/>
            <p:nvPr/>
          </p:nvSpPr>
          <p:spPr>
            <a:xfrm>
              <a:off x="-1067824" y="3161765"/>
              <a:ext cx="659200" cy="657841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54"/>
            <p:cNvSpPr/>
            <p:nvPr/>
          </p:nvSpPr>
          <p:spPr>
            <a:xfrm>
              <a:off x="-676683" y="3289011"/>
              <a:ext cx="136014" cy="135772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54"/>
            <p:cNvSpPr/>
            <p:nvPr/>
          </p:nvSpPr>
          <p:spPr>
            <a:xfrm>
              <a:off x="-429382" y="3134825"/>
              <a:ext cx="53836" cy="50065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54"/>
            <p:cNvSpPr/>
            <p:nvPr/>
          </p:nvSpPr>
          <p:spPr>
            <a:xfrm>
              <a:off x="-1089349" y="3791702"/>
              <a:ext cx="49912" cy="49671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54"/>
            <p:cNvSpPr/>
            <p:nvPr/>
          </p:nvSpPr>
          <p:spPr>
            <a:xfrm>
              <a:off x="-864538" y="3079499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54"/>
            <p:cNvSpPr/>
            <p:nvPr/>
          </p:nvSpPr>
          <p:spPr>
            <a:xfrm>
              <a:off x="-1492721" y="3169086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54"/>
            <p:cNvSpPr/>
            <p:nvPr/>
          </p:nvSpPr>
          <p:spPr>
            <a:xfrm>
              <a:off x="-1581278" y="3795976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54"/>
            <p:cNvSpPr/>
            <p:nvPr/>
          </p:nvSpPr>
          <p:spPr>
            <a:xfrm>
              <a:off x="-1873362" y="2939014"/>
              <a:ext cx="480201" cy="479478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54"/>
            <p:cNvSpPr/>
            <p:nvPr/>
          </p:nvSpPr>
          <p:spPr>
            <a:xfrm>
              <a:off x="-414717" y="2120543"/>
              <a:ext cx="480201" cy="47989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54"/>
            <p:cNvSpPr/>
            <p:nvPr/>
          </p:nvSpPr>
          <p:spPr>
            <a:xfrm>
              <a:off x="-287757" y="2820734"/>
              <a:ext cx="217972" cy="209731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54"/>
            <p:cNvSpPr/>
            <p:nvPr/>
          </p:nvSpPr>
          <p:spPr>
            <a:xfrm>
              <a:off x="-221208" y="2878778"/>
              <a:ext cx="93204" cy="93467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88" name="Google Shape;1588;p54"/>
          <p:cNvGrpSpPr/>
          <p:nvPr/>
        </p:nvGrpSpPr>
        <p:grpSpPr>
          <a:xfrm>
            <a:off x="7932072" y="2686300"/>
            <a:ext cx="1929500" cy="2210100"/>
            <a:chOff x="295725" y="-3462825"/>
            <a:chExt cx="1929500" cy="2210100"/>
          </a:xfrm>
        </p:grpSpPr>
        <p:sp>
          <p:nvSpPr>
            <p:cNvPr id="1589" name="Google Shape;1589;p54"/>
            <p:cNvSpPr/>
            <p:nvPr/>
          </p:nvSpPr>
          <p:spPr>
            <a:xfrm>
              <a:off x="1089425" y="-3462825"/>
              <a:ext cx="700025" cy="959400"/>
            </a:xfrm>
            <a:custGeom>
              <a:rect b="b" l="l" r="r" t="t"/>
              <a:pathLst>
                <a:path extrusionOk="0" h="38376" w="28001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54"/>
            <p:cNvSpPr/>
            <p:nvPr/>
          </p:nvSpPr>
          <p:spPr>
            <a:xfrm>
              <a:off x="1064875" y="-2535525"/>
              <a:ext cx="56950" cy="56925"/>
            </a:xfrm>
            <a:custGeom>
              <a:rect b="b" l="l" r="r" t="t"/>
              <a:pathLst>
                <a:path extrusionOk="0" h="2277" w="2278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54"/>
            <p:cNvSpPr/>
            <p:nvPr/>
          </p:nvSpPr>
          <p:spPr>
            <a:xfrm>
              <a:off x="1212200" y="-2944175"/>
              <a:ext cx="869900" cy="1026350"/>
            </a:xfrm>
            <a:custGeom>
              <a:rect b="b" l="l" r="r" t="t"/>
              <a:pathLst>
                <a:path extrusionOk="0" h="41054" w="34796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54"/>
            <p:cNvSpPr/>
            <p:nvPr/>
          </p:nvSpPr>
          <p:spPr>
            <a:xfrm>
              <a:off x="1577675" y="-2592175"/>
              <a:ext cx="155125" cy="154875"/>
            </a:xfrm>
            <a:custGeom>
              <a:rect b="b" l="l" r="r" t="t"/>
              <a:pathLst>
                <a:path extrusionOk="0" h="6195" w="6205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54"/>
            <p:cNvSpPr/>
            <p:nvPr/>
          </p:nvSpPr>
          <p:spPr>
            <a:xfrm>
              <a:off x="1188475" y="-1949950"/>
              <a:ext cx="56950" cy="56950"/>
            </a:xfrm>
            <a:custGeom>
              <a:rect b="b" l="l" r="r" t="t"/>
              <a:pathLst>
                <a:path extrusionOk="0" h="2278" w="2278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54"/>
            <p:cNvSpPr/>
            <p:nvPr/>
          </p:nvSpPr>
          <p:spPr>
            <a:xfrm>
              <a:off x="2043025" y="-3122375"/>
              <a:ext cx="38525" cy="38650"/>
            </a:xfrm>
            <a:custGeom>
              <a:rect b="b" l="l" r="r" t="t"/>
              <a:pathLst>
                <a:path extrusionOk="0" h="1546" w="1541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54"/>
            <p:cNvSpPr/>
            <p:nvPr/>
          </p:nvSpPr>
          <p:spPr>
            <a:xfrm>
              <a:off x="1472200" y="-3028150"/>
              <a:ext cx="522225" cy="509375"/>
            </a:xfrm>
            <a:custGeom>
              <a:rect b="b" l="l" r="r" t="t"/>
              <a:pathLst>
                <a:path extrusionOk="0" h="20375" w="20889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54"/>
            <p:cNvSpPr/>
            <p:nvPr/>
          </p:nvSpPr>
          <p:spPr>
            <a:xfrm>
              <a:off x="1384050" y="-2463000"/>
              <a:ext cx="38250" cy="38250"/>
            </a:xfrm>
            <a:custGeom>
              <a:rect b="b" l="l" r="r" t="t"/>
              <a:pathLst>
                <a:path extrusionOk="0" h="1530" w="153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54"/>
            <p:cNvSpPr/>
            <p:nvPr/>
          </p:nvSpPr>
          <p:spPr>
            <a:xfrm>
              <a:off x="1108400" y="-3240375"/>
              <a:ext cx="38250" cy="38650"/>
            </a:xfrm>
            <a:custGeom>
              <a:rect b="b" l="l" r="r" t="t"/>
              <a:pathLst>
                <a:path extrusionOk="0" h="1546" w="153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54"/>
            <p:cNvSpPr/>
            <p:nvPr/>
          </p:nvSpPr>
          <p:spPr>
            <a:xfrm>
              <a:off x="537050" y="-3146175"/>
              <a:ext cx="522775" cy="509125"/>
            </a:xfrm>
            <a:custGeom>
              <a:rect b="b" l="l" r="r" t="t"/>
              <a:pathLst>
                <a:path extrusionOk="0" h="20365" w="20911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54"/>
            <p:cNvSpPr/>
            <p:nvPr/>
          </p:nvSpPr>
          <p:spPr>
            <a:xfrm>
              <a:off x="449150" y="-2581150"/>
              <a:ext cx="38250" cy="38375"/>
            </a:xfrm>
            <a:custGeom>
              <a:rect b="b" l="l" r="r" t="t"/>
              <a:pathLst>
                <a:path extrusionOk="0" h="1535" w="153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54"/>
            <p:cNvSpPr/>
            <p:nvPr/>
          </p:nvSpPr>
          <p:spPr>
            <a:xfrm>
              <a:off x="1636250" y="-2122350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54"/>
            <p:cNvSpPr/>
            <p:nvPr/>
          </p:nvSpPr>
          <p:spPr>
            <a:xfrm>
              <a:off x="1711575" y="-2197675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54"/>
            <p:cNvSpPr/>
            <p:nvPr/>
          </p:nvSpPr>
          <p:spPr>
            <a:xfrm>
              <a:off x="1786900" y="-2273000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54"/>
            <p:cNvSpPr/>
            <p:nvPr/>
          </p:nvSpPr>
          <p:spPr>
            <a:xfrm>
              <a:off x="1862225" y="-2348325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54"/>
            <p:cNvSpPr/>
            <p:nvPr/>
          </p:nvSpPr>
          <p:spPr>
            <a:xfrm>
              <a:off x="1937550" y="-2423950"/>
              <a:ext cx="137025" cy="25425"/>
            </a:xfrm>
            <a:custGeom>
              <a:rect b="b" l="l" r="r" t="t"/>
              <a:pathLst>
                <a:path extrusionOk="0" h="1017" w="5481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54"/>
            <p:cNvSpPr/>
            <p:nvPr/>
          </p:nvSpPr>
          <p:spPr>
            <a:xfrm>
              <a:off x="2013150" y="-2499275"/>
              <a:ext cx="136750" cy="25150"/>
            </a:xfrm>
            <a:custGeom>
              <a:rect b="b" l="l" r="r" t="t"/>
              <a:pathLst>
                <a:path extrusionOk="0" h="1006" w="547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54"/>
            <p:cNvSpPr/>
            <p:nvPr/>
          </p:nvSpPr>
          <p:spPr>
            <a:xfrm>
              <a:off x="2088500" y="-2574600"/>
              <a:ext cx="136725" cy="25150"/>
            </a:xfrm>
            <a:custGeom>
              <a:rect b="b" l="l" r="r" t="t"/>
              <a:pathLst>
                <a:path extrusionOk="0" h="1006" w="5469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54"/>
            <p:cNvSpPr/>
            <p:nvPr/>
          </p:nvSpPr>
          <p:spPr>
            <a:xfrm>
              <a:off x="463950" y="-2710950"/>
              <a:ext cx="548500" cy="546775"/>
            </a:xfrm>
            <a:custGeom>
              <a:rect b="b" l="l" r="r" t="t"/>
              <a:pathLst>
                <a:path extrusionOk="0" h="21871" w="2194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54"/>
            <p:cNvSpPr/>
            <p:nvPr/>
          </p:nvSpPr>
          <p:spPr>
            <a:xfrm>
              <a:off x="942975" y="-1800075"/>
              <a:ext cx="549225" cy="547350"/>
            </a:xfrm>
            <a:custGeom>
              <a:rect b="b" l="l" r="r" t="t"/>
              <a:pathLst>
                <a:path extrusionOk="0" h="21894" w="21969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54"/>
            <p:cNvSpPr/>
            <p:nvPr/>
          </p:nvSpPr>
          <p:spPr>
            <a:xfrm>
              <a:off x="295725" y="-2356925"/>
              <a:ext cx="548500" cy="547050"/>
            </a:xfrm>
            <a:custGeom>
              <a:rect b="b" l="l" r="r" t="t"/>
              <a:pathLst>
                <a:path extrusionOk="0" h="21882" w="2194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54"/>
            <p:cNvSpPr/>
            <p:nvPr/>
          </p:nvSpPr>
          <p:spPr>
            <a:xfrm>
              <a:off x="1774900" y="-1975200"/>
              <a:ext cx="248600" cy="239275"/>
            </a:xfrm>
            <a:custGeom>
              <a:rect b="b" l="l" r="r" t="t"/>
              <a:pathLst>
                <a:path extrusionOk="0" h="9571" w="9944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54"/>
            <p:cNvSpPr/>
            <p:nvPr/>
          </p:nvSpPr>
          <p:spPr>
            <a:xfrm>
              <a:off x="1850800" y="-1908650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54"/>
            <p:cNvSpPr/>
            <p:nvPr/>
          </p:nvSpPr>
          <p:spPr>
            <a:xfrm>
              <a:off x="735125" y="-2028925"/>
              <a:ext cx="184150" cy="157950"/>
            </a:xfrm>
            <a:custGeom>
              <a:rect b="b" l="l" r="r" t="t"/>
              <a:pathLst>
                <a:path extrusionOk="0" h="6318" w="7366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54"/>
            <p:cNvSpPr/>
            <p:nvPr/>
          </p:nvSpPr>
          <p:spPr>
            <a:xfrm>
              <a:off x="803475" y="-1984150"/>
              <a:ext cx="74500" cy="69000"/>
            </a:xfrm>
            <a:custGeom>
              <a:rect b="b" l="l" r="r" t="t"/>
              <a:pathLst>
                <a:path extrusionOk="0" h="2760" w="298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_1_1"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p55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16" name="Google Shape;1616;p55"/>
          <p:cNvSpPr txBox="1"/>
          <p:nvPr>
            <p:ph idx="1" type="subTitle"/>
          </p:nvPr>
        </p:nvSpPr>
        <p:spPr>
          <a:xfrm>
            <a:off x="785913" y="2088550"/>
            <a:ext cx="2287800" cy="762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7" name="Google Shape;1617;p55"/>
          <p:cNvSpPr txBox="1"/>
          <p:nvPr>
            <p:ph idx="2" type="subTitle"/>
          </p:nvPr>
        </p:nvSpPr>
        <p:spPr>
          <a:xfrm>
            <a:off x="785913" y="1717600"/>
            <a:ext cx="22878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8" name="Google Shape;1618;p55"/>
          <p:cNvSpPr txBox="1"/>
          <p:nvPr>
            <p:ph idx="3" type="subTitle"/>
          </p:nvPr>
        </p:nvSpPr>
        <p:spPr>
          <a:xfrm>
            <a:off x="3428113" y="2088550"/>
            <a:ext cx="2287800" cy="762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9" name="Google Shape;1619;p55"/>
          <p:cNvSpPr txBox="1"/>
          <p:nvPr>
            <p:ph idx="4" type="subTitle"/>
          </p:nvPr>
        </p:nvSpPr>
        <p:spPr>
          <a:xfrm>
            <a:off x="3428100" y="1717600"/>
            <a:ext cx="22878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0" name="Google Shape;1620;p55"/>
          <p:cNvSpPr txBox="1"/>
          <p:nvPr>
            <p:ph idx="5" type="subTitle"/>
          </p:nvPr>
        </p:nvSpPr>
        <p:spPr>
          <a:xfrm>
            <a:off x="6070288" y="2088550"/>
            <a:ext cx="2287800" cy="762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1" name="Google Shape;1621;p55"/>
          <p:cNvSpPr txBox="1"/>
          <p:nvPr>
            <p:ph idx="6" type="subTitle"/>
          </p:nvPr>
        </p:nvSpPr>
        <p:spPr>
          <a:xfrm>
            <a:off x="6070288" y="1717600"/>
            <a:ext cx="22878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2" name="Google Shape;1622;p55"/>
          <p:cNvSpPr txBox="1"/>
          <p:nvPr>
            <p:ph idx="7" type="subTitle"/>
          </p:nvPr>
        </p:nvSpPr>
        <p:spPr>
          <a:xfrm>
            <a:off x="785913" y="3824650"/>
            <a:ext cx="2287800" cy="762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3" name="Google Shape;1623;p55"/>
          <p:cNvSpPr txBox="1"/>
          <p:nvPr>
            <p:ph idx="8" type="subTitle"/>
          </p:nvPr>
        </p:nvSpPr>
        <p:spPr>
          <a:xfrm>
            <a:off x="785913" y="3453700"/>
            <a:ext cx="22878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4" name="Google Shape;1624;p55"/>
          <p:cNvSpPr txBox="1"/>
          <p:nvPr>
            <p:ph idx="9" type="subTitle"/>
          </p:nvPr>
        </p:nvSpPr>
        <p:spPr>
          <a:xfrm>
            <a:off x="3428113" y="3824650"/>
            <a:ext cx="2287800" cy="762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5" name="Google Shape;1625;p55"/>
          <p:cNvSpPr txBox="1"/>
          <p:nvPr>
            <p:ph idx="13" type="subTitle"/>
          </p:nvPr>
        </p:nvSpPr>
        <p:spPr>
          <a:xfrm>
            <a:off x="3428100" y="3453700"/>
            <a:ext cx="22878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6" name="Google Shape;1626;p55"/>
          <p:cNvSpPr txBox="1"/>
          <p:nvPr>
            <p:ph idx="14" type="subTitle"/>
          </p:nvPr>
        </p:nvSpPr>
        <p:spPr>
          <a:xfrm>
            <a:off x="6070288" y="3824650"/>
            <a:ext cx="2287800" cy="762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7" name="Google Shape;1627;p55"/>
          <p:cNvSpPr txBox="1"/>
          <p:nvPr>
            <p:ph idx="15" type="subTitle"/>
          </p:nvPr>
        </p:nvSpPr>
        <p:spPr>
          <a:xfrm>
            <a:off x="6070288" y="3453700"/>
            <a:ext cx="22878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628" name="Google Shape;1628;p55"/>
          <p:cNvGrpSpPr/>
          <p:nvPr/>
        </p:nvGrpSpPr>
        <p:grpSpPr>
          <a:xfrm>
            <a:off x="8352588" y="816213"/>
            <a:ext cx="1040638" cy="901375"/>
            <a:chOff x="8457538" y="810363"/>
            <a:chExt cx="1040638" cy="901375"/>
          </a:xfrm>
        </p:grpSpPr>
        <p:grpSp>
          <p:nvGrpSpPr>
            <p:cNvPr id="1629" name="Google Shape;1629;p55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630" name="Google Shape;1630;p55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55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2" name="Google Shape;1632;p55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633" name="Google Shape;1633;p55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55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55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36" name="Google Shape;1636;p55"/>
          <p:cNvGrpSpPr/>
          <p:nvPr/>
        </p:nvGrpSpPr>
        <p:grpSpPr>
          <a:xfrm>
            <a:off x="4841575" y="4619788"/>
            <a:ext cx="1040638" cy="901375"/>
            <a:chOff x="8457538" y="810363"/>
            <a:chExt cx="1040638" cy="901375"/>
          </a:xfrm>
        </p:grpSpPr>
        <p:grpSp>
          <p:nvGrpSpPr>
            <p:cNvPr id="1637" name="Google Shape;1637;p55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638" name="Google Shape;1638;p55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55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40" name="Google Shape;1640;p55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641" name="Google Shape;1641;p55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2" name="Google Shape;1642;p55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3" name="Google Shape;1643;p55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44" name="Google Shape;1644;p55"/>
          <p:cNvGrpSpPr/>
          <p:nvPr/>
        </p:nvGrpSpPr>
        <p:grpSpPr>
          <a:xfrm>
            <a:off x="8352591" y="196800"/>
            <a:ext cx="713803" cy="706547"/>
            <a:chOff x="-4017975" y="616650"/>
            <a:chExt cx="814100" cy="805825"/>
          </a:xfrm>
        </p:grpSpPr>
        <p:sp>
          <p:nvSpPr>
            <p:cNvPr id="1645" name="Google Shape;1645;p55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55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55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55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9" name="Google Shape;1649;p55"/>
          <p:cNvGrpSpPr/>
          <p:nvPr/>
        </p:nvGrpSpPr>
        <p:grpSpPr>
          <a:xfrm rot="10800000">
            <a:off x="-728606" y="92693"/>
            <a:ext cx="1803578" cy="1592367"/>
            <a:chOff x="-4912150" y="-393637"/>
            <a:chExt cx="2057000" cy="1816112"/>
          </a:xfrm>
        </p:grpSpPr>
        <p:sp>
          <p:nvSpPr>
            <p:cNvPr id="1650" name="Google Shape;1650;p55"/>
            <p:cNvSpPr/>
            <p:nvPr/>
          </p:nvSpPr>
          <p:spPr>
            <a:xfrm>
              <a:off x="-4604150" y="-280425"/>
              <a:ext cx="858750" cy="1117575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55"/>
            <p:cNvSpPr/>
            <p:nvPr/>
          </p:nvSpPr>
          <p:spPr>
            <a:xfrm>
              <a:off x="-3780300" y="-305525"/>
              <a:ext cx="62525" cy="57000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55"/>
            <p:cNvSpPr/>
            <p:nvPr/>
          </p:nvSpPr>
          <p:spPr>
            <a:xfrm>
              <a:off x="-4199050" y="281125"/>
              <a:ext cx="155150" cy="154850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55"/>
            <p:cNvSpPr/>
            <p:nvPr/>
          </p:nvSpPr>
          <p:spPr>
            <a:xfrm>
              <a:off x="-4514575" y="97000"/>
              <a:ext cx="740775" cy="896950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55"/>
            <p:cNvSpPr/>
            <p:nvPr/>
          </p:nvSpPr>
          <p:spPr>
            <a:xfrm>
              <a:off x="-3809300" y="72075"/>
              <a:ext cx="61400" cy="56825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55"/>
            <p:cNvSpPr/>
            <p:nvPr/>
          </p:nvSpPr>
          <p:spPr>
            <a:xfrm>
              <a:off x="-4203525" y="-330075"/>
              <a:ext cx="275400" cy="273925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55"/>
            <p:cNvSpPr/>
            <p:nvPr/>
          </p:nvSpPr>
          <p:spPr>
            <a:xfrm>
              <a:off x="-3964425" y="-355100"/>
              <a:ext cx="64750" cy="56950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55"/>
            <p:cNvSpPr/>
            <p:nvPr/>
          </p:nvSpPr>
          <p:spPr>
            <a:xfrm>
              <a:off x="-4230300" y="-88200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55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55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55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55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55"/>
            <p:cNvSpPr/>
            <p:nvPr/>
          </p:nvSpPr>
          <p:spPr>
            <a:xfrm>
              <a:off x="-3761575" y="553550"/>
              <a:ext cx="51025" cy="38375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55"/>
            <p:cNvSpPr/>
            <p:nvPr/>
          </p:nvSpPr>
          <p:spPr>
            <a:xfrm>
              <a:off x="-4478025" y="655725"/>
              <a:ext cx="666475" cy="651250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55"/>
            <p:cNvSpPr/>
            <p:nvPr/>
          </p:nvSpPr>
          <p:spPr>
            <a:xfrm>
              <a:off x="-4579025" y="1370700"/>
              <a:ext cx="46900" cy="38375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55"/>
            <p:cNvSpPr/>
            <p:nvPr/>
          </p:nvSpPr>
          <p:spPr>
            <a:xfrm>
              <a:off x="-4912150" y="393325"/>
              <a:ext cx="547675" cy="546850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55"/>
            <p:cNvSpPr/>
            <p:nvPr/>
          </p:nvSpPr>
          <p:spPr>
            <a:xfrm>
              <a:off x="-3508415" y="-393637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55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55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6"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p56"/>
          <p:cNvSpPr txBox="1"/>
          <p:nvPr>
            <p:ph hasCustomPrompt="1" type="title"/>
          </p:nvPr>
        </p:nvSpPr>
        <p:spPr>
          <a:xfrm>
            <a:off x="1862850" y="556250"/>
            <a:ext cx="5418300" cy="636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71" name="Google Shape;1671;p56"/>
          <p:cNvSpPr txBox="1"/>
          <p:nvPr>
            <p:ph idx="1" type="subTitle"/>
          </p:nvPr>
        </p:nvSpPr>
        <p:spPr>
          <a:xfrm>
            <a:off x="1862850" y="1192550"/>
            <a:ext cx="5418300" cy="293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2" name="Google Shape;1672;p56"/>
          <p:cNvSpPr txBox="1"/>
          <p:nvPr>
            <p:ph hasCustomPrompt="1" idx="2" type="title"/>
          </p:nvPr>
        </p:nvSpPr>
        <p:spPr>
          <a:xfrm>
            <a:off x="1862850" y="2106900"/>
            <a:ext cx="5418300" cy="636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73" name="Google Shape;1673;p56"/>
          <p:cNvSpPr txBox="1"/>
          <p:nvPr>
            <p:ph idx="3" type="subTitle"/>
          </p:nvPr>
        </p:nvSpPr>
        <p:spPr>
          <a:xfrm>
            <a:off x="1862850" y="2743200"/>
            <a:ext cx="5418300" cy="293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4" name="Google Shape;1674;p56"/>
          <p:cNvSpPr txBox="1"/>
          <p:nvPr>
            <p:ph hasCustomPrompt="1" idx="4" type="title"/>
          </p:nvPr>
        </p:nvSpPr>
        <p:spPr>
          <a:xfrm>
            <a:off x="1862850" y="3657550"/>
            <a:ext cx="5418300" cy="636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75" name="Google Shape;1675;p56"/>
          <p:cNvSpPr txBox="1"/>
          <p:nvPr>
            <p:ph idx="5" type="subTitle"/>
          </p:nvPr>
        </p:nvSpPr>
        <p:spPr>
          <a:xfrm>
            <a:off x="1862850" y="4293850"/>
            <a:ext cx="5418300" cy="293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676" name="Google Shape;1676;p56"/>
          <p:cNvGrpSpPr/>
          <p:nvPr/>
        </p:nvGrpSpPr>
        <p:grpSpPr>
          <a:xfrm flipH="1">
            <a:off x="7051226" y="-890069"/>
            <a:ext cx="1938846" cy="1720830"/>
            <a:chOff x="-1873362" y="2120543"/>
            <a:chExt cx="1938846" cy="1720830"/>
          </a:xfrm>
        </p:grpSpPr>
        <p:sp>
          <p:nvSpPr>
            <p:cNvPr id="1677" name="Google Shape;1677;p56"/>
            <p:cNvSpPr/>
            <p:nvPr/>
          </p:nvSpPr>
          <p:spPr>
            <a:xfrm>
              <a:off x="-1603307" y="2348270"/>
              <a:ext cx="752952" cy="979890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56"/>
            <p:cNvSpPr/>
            <p:nvPr/>
          </p:nvSpPr>
          <p:spPr>
            <a:xfrm>
              <a:off x="-880956" y="2326262"/>
              <a:ext cx="54822" cy="49978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56"/>
            <p:cNvSpPr/>
            <p:nvPr/>
          </p:nvSpPr>
          <p:spPr>
            <a:xfrm>
              <a:off x="-1248116" y="2840637"/>
              <a:ext cx="136036" cy="135772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56"/>
            <p:cNvSpPr/>
            <p:nvPr/>
          </p:nvSpPr>
          <p:spPr>
            <a:xfrm>
              <a:off x="-1524768" y="2679196"/>
              <a:ext cx="649512" cy="786446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56"/>
            <p:cNvSpPr/>
            <p:nvPr/>
          </p:nvSpPr>
          <p:spPr>
            <a:xfrm>
              <a:off x="-906383" y="2657342"/>
              <a:ext cx="53836" cy="49824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56"/>
            <p:cNvSpPr/>
            <p:nvPr/>
          </p:nvSpPr>
          <p:spPr>
            <a:xfrm>
              <a:off x="-1252039" y="2304737"/>
              <a:ext cx="241471" cy="240177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56"/>
            <p:cNvSpPr/>
            <p:nvPr/>
          </p:nvSpPr>
          <p:spPr>
            <a:xfrm>
              <a:off x="-1042397" y="2282795"/>
              <a:ext cx="56773" cy="49934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56"/>
            <p:cNvSpPr/>
            <p:nvPr/>
          </p:nvSpPr>
          <p:spPr>
            <a:xfrm>
              <a:off x="-1275516" y="2516813"/>
              <a:ext cx="54822" cy="49802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56"/>
            <p:cNvSpPr/>
            <p:nvPr/>
          </p:nvSpPr>
          <p:spPr>
            <a:xfrm>
              <a:off x="-1067824" y="3161765"/>
              <a:ext cx="659200" cy="657841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56"/>
            <p:cNvSpPr/>
            <p:nvPr/>
          </p:nvSpPr>
          <p:spPr>
            <a:xfrm>
              <a:off x="-676683" y="3289011"/>
              <a:ext cx="136014" cy="135772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56"/>
            <p:cNvSpPr/>
            <p:nvPr/>
          </p:nvSpPr>
          <p:spPr>
            <a:xfrm>
              <a:off x="-429382" y="3134825"/>
              <a:ext cx="53836" cy="50065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56"/>
            <p:cNvSpPr/>
            <p:nvPr/>
          </p:nvSpPr>
          <p:spPr>
            <a:xfrm>
              <a:off x="-1089349" y="3791702"/>
              <a:ext cx="49912" cy="49671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56"/>
            <p:cNvSpPr/>
            <p:nvPr/>
          </p:nvSpPr>
          <p:spPr>
            <a:xfrm>
              <a:off x="-864538" y="3079499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56"/>
            <p:cNvSpPr/>
            <p:nvPr/>
          </p:nvSpPr>
          <p:spPr>
            <a:xfrm>
              <a:off x="-1492721" y="3169086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56"/>
            <p:cNvSpPr/>
            <p:nvPr/>
          </p:nvSpPr>
          <p:spPr>
            <a:xfrm>
              <a:off x="-1581278" y="3795976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56"/>
            <p:cNvSpPr/>
            <p:nvPr/>
          </p:nvSpPr>
          <p:spPr>
            <a:xfrm>
              <a:off x="-1873362" y="2939014"/>
              <a:ext cx="480201" cy="479478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56"/>
            <p:cNvSpPr/>
            <p:nvPr/>
          </p:nvSpPr>
          <p:spPr>
            <a:xfrm>
              <a:off x="-414717" y="2120543"/>
              <a:ext cx="480201" cy="47989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56"/>
            <p:cNvSpPr/>
            <p:nvPr/>
          </p:nvSpPr>
          <p:spPr>
            <a:xfrm>
              <a:off x="-287757" y="2820734"/>
              <a:ext cx="217972" cy="209731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56"/>
            <p:cNvSpPr/>
            <p:nvPr/>
          </p:nvSpPr>
          <p:spPr>
            <a:xfrm>
              <a:off x="-221208" y="2878778"/>
              <a:ext cx="93204" cy="93467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96" name="Google Shape;1696;p56"/>
          <p:cNvGrpSpPr/>
          <p:nvPr/>
        </p:nvGrpSpPr>
        <p:grpSpPr>
          <a:xfrm flipH="1">
            <a:off x="-693003" y="-88512"/>
            <a:ext cx="1516025" cy="1489525"/>
            <a:chOff x="-3888525" y="-3012325"/>
            <a:chExt cx="1516025" cy="1489525"/>
          </a:xfrm>
        </p:grpSpPr>
        <p:sp>
          <p:nvSpPr>
            <p:cNvPr id="1697" name="Google Shape;1697;p56"/>
            <p:cNvSpPr/>
            <p:nvPr/>
          </p:nvSpPr>
          <p:spPr>
            <a:xfrm>
              <a:off x="-3076125" y="-3012325"/>
              <a:ext cx="38525" cy="38250"/>
            </a:xfrm>
            <a:custGeom>
              <a:rect b="b" l="l" r="r" t="t"/>
              <a:pathLst>
                <a:path extrusionOk="0" h="1530" w="1541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56"/>
            <p:cNvSpPr/>
            <p:nvPr/>
          </p:nvSpPr>
          <p:spPr>
            <a:xfrm>
              <a:off x="-3648325" y="-2918425"/>
              <a:ext cx="523950" cy="509300"/>
            </a:xfrm>
            <a:custGeom>
              <a:rect b="b" l="l" r="r" t="t"/>
              <a:pathLst>
                <a:path extrusionOk="0" h="20372" w="20958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56"/>
            <p:cNvSpPr/>
            <p:nvPr/>
          </p:nvSpPr>
          <p:spPr>
            <a:xfrm>
              <a:off x="-3742350" y="-2353475"/>
              <a:ext cx="53025" cy="38650"/>
            </a:xfrm>
            <a:custGeom>
              <a:rect b="b" l="l" r="r" t="t"/>
              <a:pathLst>
                <a:path extrusionOk="0" h="1546" w="2121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56"/>
            <p:cNvSpPr/>
            <p:nvPr/>
          </p:nvSpPr>
          <p:spPr>
            <a:xfrm>
              <a:off x="-3719475" y="-24833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56"/>
            <p:cNvSpPr/>
            <p:nvPr/>
          </p:nvSpPr>
          <p:spPr>
            <a:xfrm>
              <a:off x="-3888525" y="-2128825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56"/>
            <p:cNvSpPr/>
            <p:nvPr/>
          </p:nvSpPr>
          <p:spPr>
            <a:xfrm>
              <a:off x="-3626300" y="-1680825"/>
              <a:ext cx="184175" cy="158025"/>
            </a:xfrm>
            <a:custGeom>
              <a:rect b="b" l="l" r="r" t="t"/>
              <a:pathLst>
                <a:path extrusionOk="0" h="6321" w="7367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56"/>
            <p:cNvSpPr/>
            <p:nvPr/>
          </p:nvSpPr>
          <p:spPr>
            <a:xfrm>
              <a:off x="-3559050" y="-1636200"/>
              <a:ext cx="76175" cy="68900"/>
            </a:xfrm>
            <a:custGeom>
              <a:rect b="b" l="l" r="r" t="t"/>
              <a:pathLst>
                <a:path extrusionOk="0" h="2756" w="3047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56"/>
            <p:cNvSpPr/>
            <p:nvPr/>
          </p:nvSpPr>
          <p:spPr>
            <a:xfrm>
              <a:off x="-3151175" y="-2605875"/>
              <a:ext cx="752125" cy="750250"/>
            </a:xfrm>
            <a:custGeom>
              <a:rect b="b" l="l" r="r" t="t"/>
              <a:pathLst>
                <a:path extrusionOk="0" h="30010" w="30085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56"/>
            <p:cNvSpPr/>
            <p:nvPr/>
          </p:nvSpPr>
          <p:spPr>
            <a:xfrm>
              <a:off x="-2704800" y="-2461050"/>
              <a:ext cx="155150" cy="155150"/>
            </a:xfrm>
            <a:custGeom>
              <a:rect b="b" l="l" r="r" t="t"/>
              <a:pathLst>
                <a:path extrusionOk="0" h="6206" w="6206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56"/>
            <p:cNvSpPr/>
            <p:nvPr/>
          </p:nvSpPr>
          <p:spPr>
            <a:xfrm>
              <a:off x="-2435025" y="-2631025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56"/>
            <p:cNvSpPr/>
            <p:nvPr/>
          </p:nvSpPr>
          <p:spPr>
            <a:xfrm>
              <a:off x="-3175450" y="-1887725"/>
              <a:ext cx="56675" cy="56925"/>
            </a:xfrm>
            <a:custGeom>
              <a:rect b="b" l="l" r="r" t="t"/>
              <a:pathLst>
                <a:path extrusionOk="0" h="2277" w="2267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08" name="Google Shape;1708;p56"/>
          <p:cNvGrpSpPr/>
          <p:nvPr/>
        </p:nvGrpSpPr>
        <p:grpSpPr>
          <a:xfrm flipH="1">
            <a:off x="8030519" y="1531768"/>
            <a:ext cx="1019565" cy="1290805"/>
            <a:chOff x="-4017975" y="-49702"/>
            <a:chExt cx="1162825" cy="1472177"/>
          </a:xfrm>
        </p:grpSpPr>
        <p:sp>
          <p:nvSpPr>
            <p:cNvPr id="1709" name="Google Shape;1709;p56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56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56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56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56"/>
            <p:cNvSpPr/>
            <p:nvPr/>
          </p:nvSpPr>
          <p:spPr>
            <a:xfrm>
              <a:off x="-3633259" y="-49702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56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56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6" name="Google Shape;1716;p56"/>
          <p:cNvGrpSpPr/>
          <p:nvPr/>
        </p:nvGrpSpPr>
        <p:grpSpPr>
          <a:xfrm flipH="1">
            <a:off x="-3" y="3171850"/>
            <a:ext cx="1929500" cy="2210100"/>
            <a:chOff x="295725" y="-3462825"/>
            <a:chExt cx="1929500" cy="2210100"/>
          </a:xfrm>
        </p:grpSpPr>
        <p:sp>
          <p:nvSpPr>
            <p:cNvPr id="1717" name="Google Shape;1717;p56"/>
            <p:cNvSpPr/>
            <p:nvPr/>
          </p:nvSpPr>
          <p:spPr>
            <a:xfrm>
              <a:off x="1089425" y="-3462825"/>
              <a:ext cx="700025" cy="959400"/>
            </a:xfrm>
            <a:custGeom>
              <a:rect b="b" l="l" r="r" t="t"/>
              <a:pathLst>
                <a:path extrusionOk="0" h="38376" w="28001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56"/>
            <p:cNvSpPr/>
            <p:nvPr/>
          </p:nvSpPr>
          <p:spPr>
            <a:xfrm>
              <a:off x="1064875" y="-2535525"/>
              <a:ext cx="56950" cy="56925"/>
            </a:xfrm>
            <a:custGeom>
              <a:rect b="b" l="l" r="r" t="t"/>
              <a:pathLst>
                <a:path extrusionOk="0" h="2277" w="2278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56"/>
            <p:cNvSpPr/>
            <p:nvPr/>
          </p:nvSpPr>
          <p:spPr>
            <a:xfrm>
              <a:off x="1212200" y="-2944175"/>
              <a:ext cx="869900" cy="1026350"/>
            </a:xfrm>
            <a:custGeom>
              <a:rect b="b" l="l" r="r" t="t"/>
              <a:pathLst>
                <a:path extrusionOk="0" h="41054" w="34796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56"/>
            <p:cNvSpPr/>
            <p:nvPr/>
          </p:nvSpPr>
          <p:spPr>
            <a:xfrm>
              <a:off x="1577675" y="-2592175"/>
              <a:ext cx="155125" cy="154875"/>
            </a:xfrm>
            <a:custGeom>
              <a:rect b="b" l="l" r="r" t="t"/>
              <a:pathLst>
                <a:path extrusionOk="0" h="6195" w="6205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56"/>
            <p:cNvSpPr/>
            <p:nvPr/>
          </p:nvSpPr>
          <p:spPr>
            <a:xfrm>
              <a:off x="1188475" y="-1949950"/>
              <a:ext cx="56950" cy="56950"/>
            </a:xfrm>
            <a:custGeom>
              <a:rect b="b" l="l" r="r" t="t"/>
              <a:pathLst>
                <a:path extrusionOk="0" h="2278" w="2278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56"/>
            <p:cNvSpPr/>
            <p:nvPr/>
          </p:nvSpPr>
          <p:spPr>
            <a:xfrm>
              <a:off x="2043025" y="-3122375"/>
              <a:ext cx="38525" cy="38650"/>
            </a:xfrm>
            <a:custGeom>
              <a:rect b="b" l="l" r="r" t="t"/>
              <a:pathLst>
                <a:path extrusionOk="0" h="1546" w="1541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56"/>
            <p:cNvSpPr/>
            <p:nvPr/>
          </p:nvSpPr>
          <p:spPr>
            <a:xfrm>
              <a:off x="1472200" y="-3028150"/>
              <a:ext cx="522225" cy="509375"/>
            </a:xfrm>
            <a:custGeom>
              <a:rect b="b" l="l" r="r" t="t"/>
              <a:pathLst>
                <a:path extrusionOk="0" h="20375" w="20889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56"/>
            <p:cNvSpPr/>
            <p:nvPr/>
          </p:nvSpPr>
          <p:spPr>
            <a:xfrm>
              <a:off x="1384050" y="-2463000"/>
              <a:ext cx="38250" cy="38250"/>
            </a:xfrm>
            <a:custGeom>
              <a:rect b="b" l="l" r="r" t="t"/>
              <a:pathLst>
                <a:path extrusionOk="0" h="1530" w="153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56"/>
            <p:cNvSpPr/>
            <p:nvPr/>
          </p:nvSpPr>
          <p:spPr>
            <a:xfrm>
              <a:off x="1108400" y="-3240375"/>
              <a:ext cx="38250" cy="38650"/>
            </a:xfrm>
            <a:custGeom>
              <a:rect b="b" l="l" r="r" t="t"/>
              <a:pathLst>
                <a:path extrusionOk="0" h="1546" w="153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56"/>
            <p:cNvSpPr/>
            <p:nvPr/>
          </p:nvSpPr>
          <p:spPr>
            <a:xfrm>
              <a:off x="537050" y="-3146175"/>
              <a:ext cx="522775" cy="509125"/>
            </a:xfrm>
            <a:custGeom>
              <a:rect b="b" l="l" r="r" t="t"/>
              <a:pathLst>
                <a:path extrusionOk="0" h="20365" w="20911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56"/>
            <p:cNvSpPr/>
            <p:nvPr/>
          </p:nvSpPr>
          <p:spPr>
            <a:xfrm>
              <a:off x="449150" y="-2581150"/>
              <a:ext cx="38250" cy="38375"/>
            </a:xfrm>
            <a:custGeom>
              <a:rect b="b" l="l" r="r" t="t"/>
              <a:pathLst>
                <a:path extrusionOk="0" h="1535" w="153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56"/>
            <p:cNvSpPr/>
            <p:nvPr/>
          </p:nvSpPr>
          <p:spPr>
            <a:xfrm>
              <a:off x="1636250" y="-2122350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56"/>
            <p:cNvSpPr/>
            <p:nvPr/>
          </p:nvSpPr>
          <p:spPr>
            <a:xfrm>
              <a:off x="1711575" y="-2197675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56"/>
            <p:cNvSpPr/>
            <p:nvPr/>
          </p:nvSpPr>
          <p:spPr>
            <a:xfrm>
              <a:off x="1786900" y="-2273000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56"/>
            <p:cNvSpPr/>
            <p:nvPr/>
          </p:nvSpPr>
          <p:spPr>
            <a:xfrm>
              <a:off x="1862225" y="-2348325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56"/>
            <p:cNvSpPr/>
            <p:nvPr/>
          </p:nvSpPr>
          <p:spPr>
            <a:xfrm>
              <a:off x="1937550" y="-2423950"/>
              <a:ext cx="137025" cy="25425"/>
            </a:xfrm>
            <a:custGeom>
              <a:rect b="b" l="l" r="r" t="t"/>
              <a:pathLst>
                <a:path extrusionOk="0" h="1017" w="5481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56"/>
            <p:cNvSpPr/>
            <p:nvPr/>
          </p:nvSpPr>
          <p:spPr>
            <a:xfrm>
              <a:off x="2013150" y="-2499275"/>
              <a:ext cx="136750" cy="25150"/>
            </a:xfrm>
            <a:custGeom>
              <a:rect b="b" l="l" r="r" t="t"/>
              <a:pathLst>
                <a:path extrusionOk="0" h="1006" w="547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56"/>
            <p:cNvSpPr/>
            <p:nvPr/>
          </p:nvSpPr>
          <p:spPr>
            <a:xfrm>
              <a:off x="2088500" y="-2574600"/>
              <a:ext cx="136725" cy="25150"/>
            </a:xfrm>
            <a:custGeom>
              <a:rect b="b" l="l" r="r" t="t"/>
              <a:pathLst>
                <a:path extrusionOk="0" h="1006" w="5469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56"/>
            <p:cNvSpPr/>
            <p:nvPr/>
          </p:nvSpPr>
          <p:spPr>
            <a:xfrm>
              <a:off x="463950" y="-2710950"/>
              <a:ext cx="548500" cy="546775"/>
            </a:xfrm>
            <a:custGeom>
              <a:rect b="b" l="l" r="r" t="t"/>
              <a:pathLst>
                <a:path extrusionOk="0" h="21871" w="2194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56"/>
            <p:cNvSpPr/>
            <p:nvPr/>
          </p:nvSpPr>
          <p:spPr>
            <a:xfrm>
              <a:off x="942975" y="-1800075"/>
              <a:ext cx="549225" cy="547350"/>
            </a:xfrm>
            <a:custGeom>
              <a:rect b="b" l="l" r="r" t="t"/>
              <a:pathLst>
                <a:path extrusionOk="0" h="21894" w="21969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56"/>
            <p:cNvSpPr/>
            <p:nvPr/>
          </p:nvSpPr>
          <p:spPr>
            <a:xfrm>
              <a:off x="295725" y="-2356925"/>
              <a:ext cx="548500" cy="547050"/>
            </a:xfrm>
            <a:custGeom>
              <a:rect b="b" l="l" r="r" t="t"/>
              <a:pathLst>
                <a:path extrusionOk="0" h="21882" w="2194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56"/>
            <p:cNvSpPr/>
            <p:nvPr/>
          </p:nvSpPr>
          <p:spPr>
            <a:xfrm>
              <a:off x="1774900" y="-1975200"/>
              <a:ext cx="248600" cy="239275"/>
            </a:xfrm>
            <a:custGeom>
              <a:rect b="b" l="l" r="r" t="t"/>
              <a:pathLst>
                <a:path extrusionOk="0" h="9571" w="9944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56"/>
            <p:cNvSpPr/>
            <p:nvPr/>
          </p:nvSpPr>
          <p:spPr>
            <a:xfrm>
              <a:off x="1850800" y="-1908650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56"/>
            <p:cNvSpPr/>
            <p:nvPr/>
          </p:nvSpPr>
          <p:spPr>
            <a:xfrm>
              <a:off x="735125" y="-2028925"/>
              <a:ext cx="184150" cy="157950"/>
            </a:xfrm>
            <a:custGeom>
              <a:rect b="b" l="l" r="r" t="t"/>
              <a:pathLst>
                <a:path extrusionOk="0" h="6318" w="7366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56"/>
            <p:cNvSpPr/>
            <p:nvPr/>
          </p:nvSpPr>
          <p:spPr>
            <a:xfrm>
              <a:off x="803475" y="-1984150"/>
              <a:ext cx="74500" cy="69000"/>
            </a:xfrm>
            <a:custGeom>
              <a:rect b="b" l="l" r="r" t="t"/>
              <a:pathLst>
                <a:path extrusionOk="0" h="2760" w="298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6_1"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p57"/>
          <p:cNvSpPr txBox="1"/>
          <p:nvPr>
            <p:ph idx="1" type="body"/>
          </p:nvPr>
        </p:nvSpPr>
        <p:spPr>
          <a:xfrm>
            <a:off x="1932150" y="1660875"/>
            <a:ext cx="5279700" cy="22392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 sz="12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  <a:defRPr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  <a:defRPr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/>
            </a:lvl9pPr>
          </a:lstStyle>
          <a:p/>
        </p:txBody>
      </p:sp>
      <p:sp>
        <p:nvSpPr>
          <p:cNvPr id="1744" name="Google Shape;1744;p57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45" name="Google Shape;1745;p57"/>
          <p:cNvGrpSpPr/>
          <p:nvPr/>
        </p:nvGrpSpPr>
        <p:grpSpPr>
          <a:xfrm rot="10800000">
            <a:off x="-615206" y="2336518"/>
            <a:ext cx="1803578" cy="1592367"/>
            <a:chOff x="-4912150" y="-393637"/>
            <a:chExt cx="2057000" cy="1816112"/>
          </a:xfrm>
        </p:grpSpPr>
        <p:sp>
          <p:nvSpPr>
            <p:cNvPr id="1746" name="Google Shape;1746;p57"/>
            <p:cNvSpPr/>
            <p:nvPr/>
          </p:nvSpPr>
          <p:spPr>
            <a:xfrm>
              <a:off x="-4604150" y="-280425"/>
              <a:ext cx="858750" cy="1117575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57"/>
            <p:cNvSpPr/>
            <p:nvPr/>
          </p:nvSpPr>
          <p:spPr>
            <a:xfrm>
              <a:off x="-3780300" y="-305525"/>
              <a:ext cx="62525" cy="57000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57"/>
            <p:cNvSpPr/>
            <p:nvPr/>
          </p:nvSpPr>
          <p:spPr>
            <a:xfrm>
              <a:off x="-4199050" y="281125"/>
              <a:ext cx="155150" cy="154850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57"/>
            <p:cNvSpPr/>
            <p:nvPr/>
          </p:nvSpPr>
          <p:spPr>
            <a:xfrm>
              <a:off x="-4514575" y="97000"/>
              <a:ext cx="740775" cy="896950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57"/>
            <p:cNvSpPr/>
            <p:nvPr/>
          </p:nvSpPr>
          <p:spPr>
            <a:xfrm>
              <a:off x="-3809300" y="72075"/>
              <a:ext cx="61400" cy="56825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57"/>
            <p:cNvSpPr/>
            <p:nvPr/>
          </p:nvSpPr>
          <p:spPr>
            <a:xfrm>
              <a:off x="-4203525" y="-330075"/>
              <a:ext cx="275400" cy="273925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57"/>
            <p:cNvSpPr/>
            <p:nvPr/>
          </p:nvSpPr>
          <p:spPr>
            <a:xfrm>
              <a:off x="-3964425" y="-355100"/>
              <a:ext cx="64750" cy="56950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57"/>
            <p:cNvSpPr/>
            <p:nvPr/>
          </p:nvSpPr>
          <p:spPr>
            <a:xfrm>
              <a:off x="-4230300" y="-88200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57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57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57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57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57"/>
            <p:cNvSpPr/>
            <p:nvPr/>
          </p:nvSpPr>
          <p:spPr>
            <a:xfrm>
              <a:off x="-3761575" y="553550"/>
              <a:ext cx="51025" cy="38375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57"/>
            <p:cNvSpPr/>
            <p:nvPr/>
          </p:nvSpPr>
          <p:spPr>
            <a:xfrm>
              <a:off x="-4478025" y="655725"/>
              <a:ext cx="666475" cy="651250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57"/>
            <p:cNvSpPr/>
            <p:nvPr/>
          </p:nvSpPr>
          <p:spPr>
            <a:xfrm>
              <a:off x="-4579025" y="1370700"/>
              <a:ext cx="46900" cy="38375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57"/>
            <p:cNvSpPr/>
            <p:nvPr/>
          </p:nvSpPr>
          <p:spPr>
            <a:xfrm>
              <a:off x="-4912150" y="393325"/>
              <a:ext cx="547675" cy="546850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57"/>
            <p:cNvSpPr/>
            <p:nvPr/>
          </p:nvSpPr>
          <p:spPr>
            <a:xfrm>
              <a:off x="-3508415" y="-393637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57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57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1765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p58"/>
          <p:cNvSpPr txBox="1"/>
          <p:nvPr>
            <p:ph type="ctrTitle"/>
          </p:nvPr>
        </p:nvSpPr>
        <p:spPr>
          <a:xfrm>
            <a:off x="782850" y="1264217"/>
            <a:ext cx="3380400" cy="7125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b="1"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67" name="Google Shape;1767;p58"/>
          <p:cNvSpPr txBox="1"/>
          <p:nvPr>
            <p:ph idx="1" type="subTitle"/>
          </p:nvPr>
        </p:nvSpPr>
        <p:spPr>
          <a:xfrm>
            <a:off x="782850" y="2542667"/>
            <a:ext cx="3687900" cy="1341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68" name="Google Shape;1768;p58"/>
          <p:cNvSpPr txBox="1"/>
          <p:nvPr/>
        </p:nvSpPr>
        <p:spPr>
          <a:xfrm>
            <a:off x="3038500" y="3831325"/>
            <a:ext cx="4543500" cy="6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rPr>
              <a:t>CREDITS: This presentation template was created by </a:t>
            </a:r>
            <a:r>
              <a:rPr b="1" lang="es" sz="1200">
                <a:solidFill>
                  <a:schemeClr val="dk1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s" sz="1200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rPr>
              <a:t>, including icons by </a:t>
            </a:r>
            <a:r>
              <a:rPr b="1" lang="es" sz="1200">
                <a:solidFill>
                  <a:schemeClr val="dk1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s" sz="1200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rPr>
              <a:t>, and infographics &amp; images by </a:t>
            </a:r>
            <a:r>
              <a:rPr b="1" lang="es" sz="1200">
                <a:solidFill>
                  <a:schemeClr val="dk1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 u="sng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grpSp>
        <p:nvGrpSpPr>
          <p:cNvPr id="1769" name="Google Shape;1769;p58"/>
          <p:cNvGrpSpPr/>
          <p:nvPr/>
        </p:nvGrpSpPr>
        <p:grpSpPr>
          <a:xfrm flipH="1">
            <a:off x="-262674" y="3935863"/>
            <a:ext cx="716725" cy="901375"/>
            <a:chOff x="-3888525" y="-2483300"/>
            <a:chExt cx="716725" cy="901375"/>
          </a:xfrm>
        </p:grpSpPr>
        <p:sp>
          <p:nvSpPr>
            <p:cNvPr id="1770" name="Google Shape;1770;p58"/>
            <p:cNvSpPr/>
            <p:nvPr/>
          </p:nvSpPr>
          <p:spPr>
            <a:xfrm>
              <a:off x="-3719475" y="-24833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58"/>
            <p:cNvSpPr/>
            <p:nvPr/>
          </p:nvSpPr>
          <p:spPr>
            <a:xfrm>
              <a:off x="-3888525" y="-2128825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2" name="Google Shape;1772;p58"/>
          <p:cNvGrpSpPr/>
          <p:nvPr/>
        </p:nvGrpSpPr>
        <p:grpSpPr>
          <a:xfrm flipH="1">
            <a:off x="454038" y="4456988"/>
            <a:ext cx="323925" cy="323650"/>
            <a:chOff x="1608625" y="299800"/>
            <a:chExt cx="323925" cy="323650"/>
          </a:xfrm>
        </p:grpSpPr>
        <p:sp>
          <p:nvSpPr>
            <p:cNvPr id="1773" name="Google Shape;1773;p58"/>
            <p:cNvSpPr/>
            <p:nvPr/>
          </p:nvSpPr>
          <p:spPr>
            <a:xfrm>
              <a:off x="1633450" y="324425"/>
              <a:ext cx="275900" cy="274200"/>
            </a:xfrm>
            <a:custGeom>
              <a:rect b="b" l="l" r="r" t="t"/>
              <a:pathLst>
                <a:path extrusionOk="0" h="10968" w="11036">
                  <a:moveTo>
                    <a:pt x="10830" y="0"/>
                  </a:moveTo>
                  <a:cubicBezTo>
                    <a:pt x="10795" y="0"/>
                    <a:pt x="10758" y="16"/>
                    <a:pt x="10725" y="54"/>
                  </a:cubicBezTo>
                  <a:lnTo>
                    <a:pt x="46" y="10733"/>
                  </a:lnTo>
                  <a:cubicBezTo>
                    <a:pt x="1" y="10789"/>
                    <a:pt x="1" y="10867"/>
                    <a:pt x="46" y="10923"/>
                  </a:cubicBezTo>
                  <a:cubicBezTo>
                    <a:pt x="79" y="10956"/>
                    <a:pt x="112" y="10968"/>
                    <a:pt x="146" y="10968"/>
                  </a:cubicBezTo>
                  <a:cubicBezTo>
                    <a:pt x="191" y="10968"/>
                    <a:pt x="224" y="10956"/>
                    <a:pt x="246" y="10923"/>
                  </a:cubicBezTo>
                  <a:lnTo>
                    <a:pt x="10926" y="254"/>
                  </a:lnTo>
                  <a:cubicBezTo>
                    <a:pt x="11036" y="153"/>
                    <a:pt x="10941" y="0"/>
                    <a:pt x="108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58"/>
            <p:cNvSpPr/>
            <p:nvPr/>
          </p:nvSpPr>
          <p:spPr>
            <a:xfrm>
              <a:off x="1875625" y="299800"/>
              <a:ext cx="56925" cy="56950"/>
            </a:xfrm>
            <a:custGeom>
              <a:rect b="b" l="l" r="r" t="t"/>
              <a:pathLst>
                <a:path extrusionOk="0" h="2278" w="2277">
                  <a:moveTo>
                    <a:pt x="1139" y="1"/>
                  </a:moveTo>
                  <a:cubicBezTo>
                    <a:pt x="514" y="1"/>
                    <a:pt x="0" y="514"/>
                    <a:pt x="0" y="1139"/>
                  </a:cubicBezTo>
                  <a:cubicBezTo>
                    <a:pt x="0" y="1764"/>
                    <a:pt x="514" y="2277"/>
                    <a:pt x="1139" y="2277"/>
                  </a:cubicBezTo>
                  <a:cubicBezTo>
                    <a:pt x="1764" y="2277"/>
                    <a:pt x="2277" y="1764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58"/>
            <p:cNvSpPr/>
            <p:nvPr/>
          </p:nvSpPr>
          <p:spPr>
            <a:xfrm>
              <a:off x="1608625" y="566800"/>
              <a:ext cx="56950" cy="56650"/>
            </a:xfrm>
            <a:custGeom>
              <a:rect b="b" l="l" r="r" t="t"/>
              <a:pathLst>
                <a:path extrusionOk="0" h="2266" w="2278">
                  <a:moveTo>
                    <a:pt x="1139" y="0"/>
                  </a:moveTo>
                  <a:cubicBezTo>
                    <a:pt x="514" y="0"/>
                    <a:pt x="1" y="503"/>
                    <a:pt x="1" y="1127"/>
                  </a:cubicBezTo>
                  <a:cubicBezTo>
                    <a:pt x="1" y="1764"/>
                    <a:pt x="514" y="2266"/>
                    <a:pt x="1139" y="2266"/>
                  </a:cubicBezTo>
                  <a:cubicBezTo>
                    <a:pt x="1775" y="2266"/>
                    <a:pt x="2277" y="1764"/>
                    <a:pt x="2277" y="1127"/>
                  </a:cubicBezTo>
                  <a:cubicBezTo>
                    <a:pt x="2277" y="503"/>
                    <a:pt x="1775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6" name="Google Shape;1776;p58"/>
          <p:cNvGrpSpPr/>
          <p:nvPr/>
        </p:nvGrpSpPr>
        <p:grpSpPr>
          <a:xfrm flipH="1">
            <a:off x="7896101" y="233975"/>
            <a:ext cx="1516025" cy="1489525"/>
            <a:chOff x="-3888525" y="-3012325"/>
            <a:chExt cx="1516025" cy="1489525"/>
          </a:xfrm>
        </p:grpSpPr>
        <p:sp>
          <p:nvSpPr>
            <p:cNvPr id="1777" name="Google Shape;1777;p58"/>
            <p:cNvSpPr/>
            <p:nvPr/>
          </p:nvSpPr>
          <p:spPr>
            <a:xfrm>
              <a:off x="-3076125" y="-3012325"/>
              <a:ext cx="38525" cy="38250"/>
            </a:xfrm>
            <a:custGeom>
              <a:rect b="b" l="l" r="r" t="t"/>
              <a:pathLst>
                <a:path extrusionOk="0" h="1530" w="1541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58"/>
            <p:cNvSpPr/>
            <p:nvPr/>
          </p:nvSpPr>
          <p:spPr>
            <a:xfrm>
              <a:off x="-3648325" y="-2918425"/>
              <a:ext cx="523950" cy="509300"/>
            </a:xfrm>
            <a:custGeom>
              <a:rect b="b" l="l" r="r" t="t"/>
              <a:pathLst>
                <a:path extrusionOk="0" h="20372" w="20958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58"/>
            <p:cNvSpPr/>
            <p:nvPr/>
          </p:nvSpPr>
          <p:spPr>
            <a:xfrm>
              <a:off x="-3742350" y="-2353475"/>
              <a:ext cx="53025" cy="38650"/>
            </a:xfrm>
            <a:custGeom>
              <a:rect b="b" l="l" r="r" t="t"/>
              <a:pathLst>
                <a:path extrusionOk="0" h="1546" w="2121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58"/>
            <p:cNvSpPr/>
            <p:nvPr/>
          </p:nvSpPr>
          <p:spPr>
            <a:xfrm>
              <a:off x="-3719475" y="-24833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58"/>
            <p:cNvSpPr/>
            <p:nvPr/>
          </p:nvSpPr>
          <p:spPr>
            <a:xfrm>
              <a:off x="-3888525" y="-2128825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58"/>
            <p:cNvSpPr/>
            <p:nvPr/>
          </p:nvSpPr>
          <p:spPr>
            <a:xfrm>
              <a:off x="-3626300" y="-1680825"/>
              <a:ext cx="184175" cy="158025"/>
            </a:xfrm>
            <a:custGeom>
              <a:rect b="b" l="l" r="r" t="t"/>
              <a:pathLst>
                <a:path extrusionOk="0" h="6321" w="7367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58"/>
            <p:cNvSpPr/>
            <p:nvPr/>
          </p:nvSpPr>
          <p:spPr>
            <a:xfrm>
              <a:off x="-3559050" y="-1636200"/>
              <a:ext cx="76175" cy="68900"/>
            </a:xfrm>
            <a:custGeom>
              <a:rect b="b" l="l" r="r" t="t"/>
              <a:pathLst>
                <a:path extrusionOk="0" h="2756" w="3047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58"/>
            <p:cNvSpPr/>
            <p:nvPr/>
          </p:nvSpPr>
          <p:spPr>
            <a:xfrm>
              <a:off x="-3151175" y="-2605875"/>
              <a:ext cx="752125" cy="750250"/>
            </a:xfrm>
            <a:custGeom>
              <a:rect b="b" l="l" r="r" t="t"/>
              <a:pathLst>
                <a:path extrusionOk="0" h="30010" w="30085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58"/>
            <p:cNvSpPr/>
            <p:nvPr/>
          </p:nvSpPr>
          <p:spPr>
            <a:xfrm>
              <a:off x="-2704800" y="-2461050"/>
              <a:ext cx="155150" cy="155150"/>
            </a:xfrm>
            <a:custGeom>
              <a:rect b="b" l="l" r="r" t="t"/>
              <a:pathLst>
                <a:path extrusionOk="0" h="6206" w="6206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58"/>
            <p:cNvSpPr/>
            <p:nvPr/>
          </p:nvSpPr>
          <p:spPr>
            <a:xfrm>
              <a:off x="-2435025" y="-2631025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58"/>
            <p:cNvSpPr/>
            <p:nvPr/>
          </p:nvSpPr>
          <p:spPr>
            <a:xfrm>
              <a:off x="-3175450" y="-1887725"/>
              <a:ext cx="56675" cy="56925"/>
            </a:xfrm>
            <a:custGeom>
              <a:rect b="b" l="l" r="r" t="t"/>
              <a:pathLst>
                <a:path extrusionOk="0" h="2277" w="2267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8" name="Google Shape;1788;p58"/>
          <p:cNvGrpSpPr/>
          <p:nvPr/>
        </p:nvGrpSpPr>
        <p:grpSpPr>
          <a:xfrm flipH="1">
            <a:off x="2309235" y="-400369"/>
            <a:ext cx="1019565" cy="1290805"/>
            <a:chOff x="-4017975" y="-49702"/>
            <a:chExt cx="1162825" cy="1472177"/>
          </a:xfrm>
        </p:grpSpPr>
        <p:sp>
          <p:nvSpPr>
            <p:cNvPr id="1789" name="Google Shape;1789;p58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58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58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58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58"/>
            <p:cNvSpPr/>
            <p:nvPr/>
          </p:nvSpPr>
          <p:spPr>
            <a:xfrm>
              <a:off x="-3633259" y="-49702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58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58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6" name="Google Shape;1796;p58"/>
          <p:cNvGrpSpPr/>
          <p:nvPr/>
        </p:nvGrpSpPr>
        <p:grpSpPr>
          <a:xfrm>
            <a:off x="3698801" y="156500"/>
            <a:ext cx="873200" cy="618275"/>
            <a:chOff x="2240101" y="2000"/>
            <a:chExt cx="873200" cy="618275"/>
          </a:xfrm>
        </p:grpSpPr>
        <p:grpSp>
          <p:nvGrpSpPr>
            <p:cNvPr id="1797" name="Google Shape;1797;p58"/>
            <p:cNvGrpSpPr/>
            <p:nvPr/>
          </p:nvGrpSpPr>
          <p:grpSpPr>
            <a:xfrm flipH="1">
              <a:off x="2240101" y="2000"/>
              <a:ext cx="323925" cy="323650"/>
              <a:chOff x="1608625" y="299800"/>
              <a:chExt cx="323925" cy="323650"/>
            </a:xfrm>
          </p:grpSpPr>
          <p:sp>
            <p:nvSpPr>
              <p:cNvPr id="1798" name="Google Shape;1798;p58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9" name="Google Shape;1799;p58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0" name="Google Shape;1800;p58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01" name="Google Shape;1801;p58"/>
            <p:cNvSpPr/>
            <p:nvPr/>
          </p:nvSpPr>
          <p:spPr>
            <a:xfrm flipH="1">
              <a:off x="2564026" y="73375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2" name="Google Shape;1802;p58"/>
          <p:cNvGrpSpPr/>
          <p:nvPr/>
        </p:nvGrpSpPr>
        <p:grpSpPr>
          <a:xfrm flipH="1">
            <a:off x="4163242" y="3973306"/>
            <a:ext cx="1938846" cy="1720830"/>
            <a:chOff x="-4912150" y="-540150"/>
            <a:chExt cx="2211275" cy="1962625"/>
          </a:xfrm>
        </p:grpSpPr>
        <p:sp>
          <p:nvSpPr>
            <p:cNvPr id="1803" name="Google Shape;1803;p58"/>
            <p:cNvSpPr/>
            <p:nvPr/>
          </p:nvSpPr>
          <p:spPr>
            <a:xfrm>
              <a:off x="-4604150" y="-280425"/>
              <a:ext cx="858750" cy="1117575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58"/>
            <p:cNvSpPr/>
            <p:nvPr/>
          </p:nvSpPr>
          <p:spPr>
            <a:xfrm>
              <a:off x="-3780300" y="-305525"/>
              <a:ext cx="62525" cy="57000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58"/>
            <p:cNvSpPr/>
            <p:nvPr/>
          </p:nvSpPr>
          <p:spPr>
            <a:xfrm>
              <a:off x="-4199050" y="281125"/>
              <a:ext cx="155150" cy="154850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58"/>
            <p:cNvSpPr/>
            <p:nvPr/>
          </p:nvSpPr>
          <p:spPr>
            <a:xfrm>
              <a:off x="-4514575" y="97000"/>
              <a:ext cx="740775" cy="896950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58"/>
            <p:cNvSpPr/>
            <p:nvPr/>
          </p:nvSpPr>
          <p:spPr>
            <a:xfrm>
              <a:off x="-3809300" y="72075"/>
              <a:ext cx="61400" cy="56825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58"/>
            <p:cNvSpPr/>
            <p:nvPr/>
          </p:nvSpPr>
          <p:spPr>
            <a:xfrm>
              <a:off x="-4203525" y="-330075"/>
              <a:ext cx="275400" cy="273925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58"/>
            <p:cNvSpPr/>
            <p:nvPr/>
          </p:nvSpPr>
          <p:spPr>
            <a:xfrm>
              <a:off x="-3964425" y="-355100"/>
              <a:ext cx="64750" cy="56950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58"/>
            <p:cNvSpPr/>
            <p:nvPr/>
          </p:nvSpPr>
          <p:spPr>
            <a:xfrm>
              <a:off x="-4230300" y="-88200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58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58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58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58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58"/>
            <p:cNvSpPr/>
            <p:nvPr/>
          </p:nvSpPr>
          <p:spPr>
            <a:xfrm>
              <a:off x="-3761575" y="553550"/>
              <a:ext cx="51025" cy="38375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58"/>
            <p:cNvSpPr/>
            <p:nvPr/>
          </p:nvSpPr>
          <p:spPr>
            <a:xfrm>
              <a:off x="-4478025" y="655725"/>
              <a:ext cx="666475" cy="651250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58"/>
            <p:cNvSpPr/>
            <p:nvPr/>
          </p:nvSpPr>
          <p:spPr>
            <a:xfrm>
              <a:off x="-4579025" y="1370700"/>
              <a:ext cx="46900" cy="38375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58"/>
            <p:cNvSpPr/>
            <p:nvPr/>
          </p:nvSpPr>
          <p:spPr>
            <a:xfrm>
              <a:off x="-4912150" y="393325"/>
              <a:ext cx="547675" cy="546850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58"/>
            <p:cNvSpPr/>
            <p:nvPr/>
          </p:nvSpPr>
          <p:spPr>
            <a:xfrm>
              <a:off x="-3248550" y="-540150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58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58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2" name="Google Shape;1822;p58"/>
          <p:cNvSpPr txBox="1"/>
          <p:nvPr/>
        </p:nvSpPr>
        <p:spPr>
          <a:xfrm>
            <a:off x="4980600" y="2573200"/>
            <a:ext cx="33804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CRÉDITS: Ce modèle de présentation a été créé par </a:t>
            </a:r>
            <a:r>
              <a:rPr b="1" lang="es" sz="1200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comprenant des icônes de </a:t>
            </a:r>
            <a:r>
              <a:rPr b="1" lang="es" sz="1200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des infographies et des images de </a:t>
            </a:r>
            <a:r>
              <a:rPr b="1" lang="es" sz="1200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7_1"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5" name="Google Shape;1825;p60"/>
          <p:cNvGrpSpPr/>
          <p:nvPr/>
        </p:nvGrpSpPr>
        <p:grpSpPr>
          <a:xfrm>
            <a:off x="8352588" y="816213"/>
            <a:ext cx="1040638" cy="901375"/>
            <a:chOff x="8457538" y="810363"/>
            <a:chExt cx="1040638" cy="901375"/>
          </a:xfrm>
        </p:grpSpPr>
        <p:grpSp>
          <p:nvGrpSpPr>
            <p:cNvPr id="1826" name="Google Shape;1826;p60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827" name="Google Shape;1827;p60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8" name="Google Shape;1828;p60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29" name="Google Shape;1829;p60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830" name="Google Shape;1830;p60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1" name="Google Shape;1831;p60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2" name="Google Shape;1832;p60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33" name="Google Shape;1833;p60"/>
          <p:cNvGrpSpPr/>
          <p:nvPr/>
        </p:nvGrpSpPr>
        <p:grpSpPr>
          <a:xfrm>
            <a:off x="4841575" y="4619788"/>
            <a:ext cx="1040638" cy="901375"/>
            <a:chOff x="8457538" y="810363"/>
            <a:chExt cx="1040638" cy="901375"/>
          </a:xfrm>
        </p:grpSpPr>
        <p:grpSp>
          <p:nvGrpSpPr>
            <p:cNvPr id="1834" name="Google Shape;1834;p60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835" name="Google Shape;1835;p60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6" name="Google Shape;1836;p60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37" name="Google Shape;1837;p60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838" name="Google Shape;1838;p60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9" name="Google Shape;1839;p60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0" name="Google Shape;1840;p60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41" name="Google Shape;1841;p60"/>
          <p:cNvGrpSpPr/>
          <p:nvPr/>
        </p:nvGrpSpPr>
        <p:grpSpPr>
          <a:xfrm>
            <a:off x="8352591" y="196800"/>
            <a:ext cx="713803" cy="706547"/>
            <a:chOff x="-4017975" y="616650"/>
            <a:chExt cx="814100" cy="805825"/>
          </a:xfrm>
        </p:grpSpPr>
        <p:sp>
          <p:nvSpPr>
            <p:cNvPr id="1842" name="Google Shape;1842;p60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60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60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60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6" name="Google Shape;1846;p60"/>
          <p:cNvGrpSpPr/>
          <p:nvPr/>
        </p:nvGrpSpPr>
        <p:grpSpPr>
          <a:xfrm rot="10800000">
            <a:off x="-728606" y="92693"/>
            <a:ext cx="1803578" cy="1592367"/>
            <a:chOff x="-4912150" y="-393637"/>
            <a:chExt cx="2057000" cy="1816112"/>
          </a:xfrm>
        </p:grpSpPr>
        <p:sp>
          <p:nvSpPr>
            <p:cNvPr id="1847" name="Google Shape;1847;p60"/>
            <p:cNvSpPr/>
            <p:nvPr/>
          </p:nvSpPr>
          <p:spPr>
            <a:xfrm>
              <a:off x="-4604150" y="-280425"/>
              <a:ext cx="858750" cy="1117575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60"/>
            <p:cNvSpPr/>
            <p:nvPr/>
          </p:nvSpPr>
          <p:spPr>
            <a:xfrm>
              <a:off x="-3780300" y="-305525"/>
              <a:ext cx="62525" cy="57000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60"/>
            <p:cNvSpPr/>
            <p:nvPr/>
          </p:nvSpPr>
          <p:spPr>
            <a:xfrm>
              <a:off x="-4199050" y="281125"/>
              <a:ext cx="155150" cy="154850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60"/>
            <p:cNvSpPr/>
            <p:nvPr/>
          </p:nvSpPr>
          <p:spPr>
            <a:xfrm>
              <a:off x="-4514575" y="97000"/>
              <a:ext cx="740775" cy="896950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60"/>
            <p:cNvSpPr/>
            <p:nvPr/>
          </p:nvSpPr>
          <p:spPr>
            <a:xfrm>
              <a:off x="-3809300" y="72075"/>
              <a:ext cx="61400" cy="56825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60"/>
            <p:cNvSpPr/>
            <p:nvPr/>
          </p:nvSpPr>
          <p:spPr>
            <a:xfrm>
              <a:off x="-4203525" y="-330075"/>
              <a:ext cx="275400" cy="273925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60"/>
            <p:cNvSpPr/>
            <p:nvPr/>
          </p:nvSpPr>
          <p:spPr>
            <a:xfrm>
              <a:off x="-3964425" y="-355100"/>
              <a:ext cx="64750" cy="56950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60"/>
            <p:cNvSpPr/>
            <p:nvPr/>
          </p:nvSpPr>
          <p:spPr>
            <a:xfrm>
              <a:off x="-4230300" y="-88200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60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60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60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60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60"/>
            <p:cNvSpPr/>
            <p:nvPr/>
          </p:nvSpPr>
          <p:spPr>
            <a:xfrm>
              <a:off x="-3761575" y="553550"/>
              <a:ext cx="51025" cy="38375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60"/>
            <p:cNvSpPr/>
            <p:nvPr/>
          </p:nvSpPr>
          <p:spPr>
            <a:xfrm>
              <a:off x="-4478025" y="655725"/>
              <a:ext cx="666475" cy="651250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60"/>
            <p:cNvSpPr/>
            <p:nvPr/>
          </p:nvSpPr>
          <p:spPr>
            <a:xfrm>
              <a:off x="-4579025" y="1370700"/>
              <a:ext cx="46900" cy="38375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60"/>
            <p:cNvSpPr/>
            <p:nvPr/>
          </p:nvSpPr>
          <p:spPr>
            <a:xfrm>
              <a:off x="-4912150" y="393325"/>
              <a:ext cx="547675" cy="546850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60"/>
            <p:cNvSpPr/>
            <p:nvPr/>
          </p:nvSpPr>
          <p:spPr>
            <a:xfrm>
              <a:off x="-3508415" y="-393637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60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60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62"/>
          <p:cNvSpPr txBox="1"/>
          <p:nvPr>
            <p:ph type="ctrTitle"/>
          </p:nvPr>
        </p:nvSpPr>
        <p:spPr>
          <a:xfrm flipH="1">
            <a:off x="743325" y="1454185"/>
            <a:ext cx="6952800" cy="1339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71" name="Google Shape;1871;p62"/>
          <p:cNvSpPr txBox="1"/>
          <p:nvPr>
            <p:ph idx="1" type="subTitle"/>
          </p:nvPr>
        </p:nvSpPr>
        <p:spPr>
          <a:xfrm flipH="1">
            <a:off x="743375" y="3242315"/>
            <a:ext cx="6952800" cy="447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1872" name="Google Shape;1872;p62"/>
          <p:cNvGrpSpPr/>
          <p:nvPr/>
        </p:nvGrpSpPr>
        <p:grpSpPr>
          <a:xfrm flipH="1">
            <a:off x="3452019" y="-348332"/>
            <a:ext cx="1019565" cy="1290805"/>
            <a:chOff x="-4017975" y="-49702"/>
            <a:chExt cx="1162825" cy="1472177"/>
          </a:xfrm>
        </p:grpSpPr>
        <p:sp>
          <p:nvSpPr>
            <p:cNvPr id="1873" name="Google Shape;1873;p62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62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62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62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62"/>
            <p:cNvSpPr/>
            <p:nvPr/>
          </p:nvSpPr>
          <p:spPr>
            <a:xfrm>
              <a:off x="-3633259" y="-49702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62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62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80" name="Google Shape;1880;p62"/>
          <p:cNvGrpSpPr/>
          <p:nvPr/>
        </p:nvGrpSpPr>
        <p:grpSpPr>
          <a:xfrm flipH="1">
            <a:off x="8425338" y="2120543"/>
            <a:ext cx="1938846" cy="1720830"/>
            <a:chOff x="-1873362" y="2120543"/>
            <a:chExt cx="1938846" cy="1720830"/>
          </a:xfrm>
        </p:grpSpPr>
        <p:sp>
          <p:nvSpPr>
            <p:cNvPr id="1881" name="Google Shape;1881;p62"/>
            <p:cNvSpPr/>
            <p:nvPr/>
          </p:nvSpPr>
          <p:spPr>
            <a:xfrm>
              <a:off x="-1603307" y="2348270"/>
              <a:ext cx="752952" cy="979890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62"/>
            <p:cNvSpPr/>
            <p:nvPr/>
          </p:nvSpPr>
          <p:spPr>
            <a:xfrm>
              <a:off x="-880956" y="2326262"/>
              <a:ext cx="54822" cy="49978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62"/>
            <p:cNvSpPr/>
            <p:nvPr/>
          </p:nvSpPr>
          <p:spPr>
            <a:xfrm>
              <a:off x="-1248116" y="2840637"/>
              <a:ext cx="136036" cy="135772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62"/>
            <p:cNvSpPr/>
            <p:nvPr/>
          </p:nvSpPr>
          <p:spPr>
            <a:xfrm>
              <a:off x="-1524768" y="2679196"/>
              <a:ext cx="649512" cy="786446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62"/>
            <p:cNvSpPr/>
            <p:nvPr/>
          </p:nvSpPr>
          <p:spPr>
            <a:xfrm>
              <a:off x="-906383" y="2657342"/>
              <a:ext cx="53836" cy="49824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62"/>
            <p:cNvSpPr/>
            <p:nvPr/>
          </p:nvSpPr>
          <p:spPr>
            <a:xfrm>
              <a:off x="-1252039" y="2304737"/>
              <a:ext cx="241471" cy="240177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62"/>
            <p:cNvSpPr/>
            <p:nvPr/>
          </p:nvSpPr>
          <p:spPr>
            <a:xfrm>
              <a:off x="-1042397" y="2282795"/>
              <a:ext cx="56773" cy="49934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62"/>
            <p:cNvSpPr/>
            <p:nvPr/>
          </p:nvSpPr>
          <p:spPr>
            <a:xfrm>
              <a:off x="-1275516" y="2516813"/>
              <a:ext cx="54822" cy="49802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62"/>
            <p:cNvSpPr/>
            <p:nvPr/>
          </p:nvSpPr>
          <p:spPr>
            <a:xfrm>
              <a:off x="-1067824" y="3161765"/>
              <a:ext cx="659200" cy="657841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62"/>
            <p:cNvSpPr/>
            <p:nvPr/>
          </p:nvSpPr>
          <p:spPr>
            <a:xfrm>
              <a:off x="-676683" y="3289011"/>
              <a:ext cx="136014" cy="135772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62"/>
            <p:cNvSpPr/>
            <p:nvPr/>
          </p:nvSpPr>
          <p:spPr>
            <a:xfrm>
              <a:off x="-429382" y="3134825"/>
              <a:ext cx="53836" cy="50065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62"/>
            <p:cNvSpPr/>
            <p:nvPr/>
          </p:nvSpPr>
          <p:spPr>
            <a:xfrm>
              <a:off x="-1089349" y="3791702"/>
              <a:ext cx="49912" cy="49671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62"/>
            <p:cNvSpPr/>
            <p:nvPr/>
          </p:nvSpPr>
          <p:spPr>
            <a:xfrm>
              <a:off x="-864538" y="3079499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62"/>
            <p:cNvSpPr/>
            <p:nvPr/>
          </p:nvSpPr>
          <p:spPr>
            <a:xfrm>
              <a:off x="-1492721" y="3169086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62"/>
            <p:cNvSpPr/>
            <p:nvPr/>
          </p:nvSpPr>
          <p:spPr>
            <a:xfrm>
              <a:off x="-1581278" y="3795976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62"/>
            <p:cNvSpPr/>
            <p:nvPr/>
          </p:nvSpPr>
          <p:spPr>
            <a:xfrm>
              <a:off x="-1873362" y="2939014"/>
              <a:ext cx="480201" cy="479478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62"/>
            <p:cNvSpPr/>
            <p:nvPr/>
          </p:nvSpPr>
          <p:spPr>
            <a:xfrm>
              <a:off x="-414717" y="2120543"/>
              <a:ext cx="480201" cy="47989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62"/>
            <p:cNvSpPr/>
            <p:nvPr/>
          </p:nvSpPr>
          <p:spPr>
            <a:xfrm>
              <a:off x="-287757" y="2820734"/>
              <a:ext cx="217972" cy="209731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62"/>
            <p:cNvSpPr/>
            <p:nvPr/>
          </p:nvSpPr>
          <p:spPr>
            <a:xfrm>
              <a:off x="-221208" y="2878778"/>
              <a:ext cx="93204" cy="93467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00" name="Google Shape;1900;p62"/>
          <p:cNvGrpSpPr/>
          <p:nvPr/>
        </p:nvGrpSpPr>
        <p:grpSpPr>
          <a:xfrm flipH="1">
            <a:off x="-1155987" y="-912707"/>
            <a:ext cx="1938846" cy="1720830"/>
            <a:chOff x="-1873362" y="2120543"/>
            <a:chExt cx="1938846" cy="1720830"/>
          </a:xfrm>
        </p:grpSpPr>
        <p:sp>
          <p:nvSpPr>
            <p:cNvPr id="1901" name="Google Shape;1901;p62"/>
            <p:cNvSpPr/>
            <p:nvPr/>
          </p:nvSpPr>
          <p:spPr>
            <a:xfrm>
              <a:off x="-1603307" y="2348270"/>
              <a:ext cx="752952" cy="979890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62"/>
            <p:cNvSpPr/>
            <p:nvPr/>
          </p:nvSpPr>
          <p:spPr>
            <a:xfrm>
              <a:off x="-880956" y="2326262"/>
              <a:ext cx="54822" cy="49978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62"/>
            <p:cNvSpPr/>
            <p:nvPr/>
          </p:nvSpPr>
          <p:spPr>
            <a:xfrm>
              <a:off x="-1248116" y="2840637"/>
              <a:ext cx="136036" cy="135772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62"/>
            <p:cNvSpPr/>
            <p:nvPr/>
          </p:nvSpPr>
          <p:spPr>
            <a:xfrm>
              <a:off x="-1524768" y="2679196"/>
              <a:ext cx="649512" cy="786446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62"/>
            <p:cNvSpPr/>
            <p:nvPr/>
          </p:nvSpPr>
          <p:spPr>
            <a:xfrm>
              <a:off x="-906383" y="2657342"/>
              <a:ext cx="53836" cy="49824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62"/>
            <p:cNvSpPr/>
            <p:nvPr/>
          </p:nvSpPr>
          <p:spPr>
            <a:xfrm>
              <a:off x="-1252039" y="2304737"/>
              <a:ext cx="241471" cy="240177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62"/>
            <p:cNvSpPr/>
            <p:nvPr/>
          </p:nvSpPr>
          <p:spPr>
            <a:xfrm>
              <a:off x="-1042397" y="2282795"/>
              <a:ext cx="56773" cy="49934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62"/>
            <p:cNvSpPr/>
            <p:nvPr/>
          </p:nvSpPr>
          <p:spPr>
            <a:xfrm>
              <a:off x="-1275516" y="2516813"/>
              <a:ext cx="54822" cy="49802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62"/>
            <p:cNvSpPr/>
            <p:nvPr/>
          </p:nvSpPr>
          <p:spPr>
            <a:xfrm>
              <a:off x="-1067824" y="3161765"/>
              <a:ext cx="659200" cy="657841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62"/>
            <p:cNvSpPr/>
            <p:nvPr/>
          </p:nvSpPr>
          <p:spPr>
            <a:xfrm>
              <a:off x="-676683" y="3289011"/>
              <a:ext cx="136014" cy="135772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62"/>
            <p:cNvSpPr/>
            <p:nvPr/>
          </p:nvSpPr>
          <p:spPr>
            <a:xfrm>
              <a:off x="-429382" y="3134825"/>
              <a:ext cx="53836" cy="50065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62"/>
            <p:cNvSpPr/>
            <p:nvPr/>
          </p:nvSpPr>
          <p:spPr>
            <a:xfrm>
              <a:off x="-1089349" y="3791702"/>
              <a:ext cx="49912" cy="49671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62"/>
            <p:cNvSpPr/>
            <p:nvPr/>
          </p:nvSpPr>
          <p:spPr>
            <a:xfrm>
              <a:off x="-864538" y="3079499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62"/>
            <p:cNvSpPr/>
            <p:nvPr/>
          </p:nvSpPr>
          <p:spPr>
            <a:xfrm>
              <a:off x="-1492721" y="3169086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62"/>
            <p:cNvSpPr/>
            <p:nvPr/>
          </p:nvSpPr>
          <p:spPr>
            <a:xfrm>
              <a:off x="-1581278" y="3795976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62"/>
            <p:cNvSpPr/>
            <p:nvPr/>
          </p:nvSpPr>
          <p:spPr>
            <a:xfrm>
              <a:off x="-1873362" y="2939014"/>
              <a:ext cx="480201" cy="479478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62"/>
            <p:cNvSpPr/>
            <p:nvPr/>
          </p:nvSpPr>
          <p:spPr>
            <a:xfrm>
              <a:off x="-414717" y="2120543"/>
              <a:ext cx="480201" cy="47989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62"/>
            <p:cNvSpPr/>
            <p:nvPr/>
          </p:nvSpPr>
          <p:spPr>
            <a:xfrm>
              <a:off x="-287757" y="2820734"/>
              <a:ext cx="217972" cy="209731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62"/>
            <p:cNvSpPr/>
            <p:nvPr/>
          </p:nvSpPr>
          <p:spPr>
            <a:xfrm>
              <a:off x="-221208" y="2878778"/>
              <a:ext cx="93204" cy="93467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20" name="Google Shape;1920;p62"/>
          <p:cNvGrpSpPr/>
          <p:nvPr/>
        </p:nvGrpSpPr>
        <p:grpSpPr>
          <a:xfrm flipH="1">
            <a:off x="6857372" y="-188512"/>
            <a:ext cx="1516025" cy="1489525"/>
            <a:chOff x="-3888525" y="-3012325"/>
            <a:chExt cx="1516025" cy="1489525"/>
          </a:xfrm>
        </p:grpSpPr>
        <p:sp>
          <p:nvSpPr>
            <p:cNvPr id="1921" name="Google Shape;1921;p62"/>
            <p:cNvSpPr/>
            <p:nvPr/>
          </p:nvSpPr>
          <p:spPr>
            <a:xfrm>
              <a:off x="-3076125" y="-3012325"/>
              <a:ext cx="38525" cy="38250"/>
            </a:xfrm>
            <a:custGeom>
              <a:rect b="b" l="l" r="r" t="t"/>
              <a:pathLst>
                <a:path extrusionOk="0" h="1530" w="1541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62"/>
            <p:cNvSpPr/>
            <p:nvPr/>
          </p:nvSpPr>
          <p:spPr>
            <a:xfrm>
              <a:off x="-3648325" y="-2918425"/>
              <a:ext cx="523950" cy="509300"/>
            </a:xfrm>
            <a:custGeom>
              <a:rect b="b" l="l" r="r" t="t"/>
              <a:pathLst>
                <a:path extrusionOk="0" h="20372" w="20958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62"/>
            <p:cNvSpPr/>
            <p:nvPr/>
          </p:nvSpPr>
          <p:spPr>
            <a:xfrm>
              <a:off x="-3742350" y="-2353475"/>
              <a:ext cx="53025" cy="38650"/>
            </a:xfrm>
            <a:custGeom>
              <a:rect b="b" l="l" r="r" t="t"/>
              <a:pathLst>
                <a:path extrusionOk="0" h="1546" w="2121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62"/>
            <p:cNvSpPr/>
            <p:nvPr/>
          </p:nvSpPr>
          <p:spPr>
            <a:xfrm>
              <a:off x="-3719475" y="-24833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62"/>
            <p:cNvSpPr/>
            <p:nvPr/>
          </p:nvSpPr>
          <p:spPr>
            <a:xfrm>
              <a:off x="-3888525" y="-2128825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62"/>
            <p:cNvSpPr/>
            <p:nvPr/>
          </p:nvSpPr>
          <p:spPr>
            <a:xfrm>
              <a:off x="-3626300" y="-1680825"/>
              <a:ext cx="184175" cy="158025"/>
            </a:xfrm>
            <a:custGeom>
              <a:rect b="b" l="l" r="r" t="t"/>
              <a:pathLst>
                <a:path extrusionOk="0" h="6321" w="7367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62"/>
            <p:cNvSpPr/>
            <p:nvPr/>
          </p:nvSpPr>
          <p:spPr>
            <a:xfrm>
              <a:off x="-3559050" y="-1636200"/>
              <a:ext cx="76175" cy="68900"/>
            </a:xfrm>
            <a:custGeom>
              <a:rect b="b" l="l" r="r" t="t"/>
              <a:pathLst>
                <a:path extrusionOk="0" h="2756" w="3047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62"/>
            <p:cNvSpPr/>
            <p:nvPr/>
          </p:nvSpPr>
          <p:spPr>
            <a:xfrm>
              <a:off x="-3151175" y="-2605875"/>
              <a:ext cx="752125" cy="750250"/>
            </a:xfrm>
            <a:custGeom>
              <a:rect b="b" l="l" r="r" t="t"/>
              <a:pathLst>
                <a:path extrusionOk="0" h="30010" w="30085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62"/>
            <p:cNvSpPr/>
            <p:nvPr/>
          </p:nvSpPr>
          <p:spPr>
            <a:xfrm>
              <a:off x="-2704800" y="-2461050"/>
              <a:ext cx="155150" cy="155150"/>
            </a:xfrm>
            <a:custGeom>
              <a:rect b="b" l="l" r="r" t="t"/>
              <a:pathLst>
                <a:path extrusionOk="0" h="6206" w="6206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62"/>
            <p:cNvSpPr/>
            <p:nvPr/>
          </p:nvSpPr>
          <p:spPr>
            <a:xfrm>
              <a:off x="-2435025" y="-2631025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62"/>
            <p:cNvSpPr/>
            <p:nvPr/>
          </p:nvSpPr>
          <p:spPr>
            <a:xfrm>
              <a:off x="-3175450" y="-1887725"/>
              <a:ext cx="56675" cy="56925"/>
            </a:xfrm>
            <a:custGeom>
              <a:rect b="b" l="l" r="r" t="t"/>
              <a:pathLst>
                <a:path extrusionOk="0" h="2277" w="2267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p63"/>
          <p:cNvSpPr txBox="1"/>
          <p:nvPr>
            <p:ph hasCustomPrompt="1" type="title"/>
          </p:nvPr>
        </p:nvSpPr>
        <p:spPr>
          <a:xfrm>
            <a:off x="2598875" y="787425"/>
            <a:ext cx="3946500" cy="1175100"/>
          </a:xfrm>
          <a:prstGeom prst="rect">
            <a:avLst/>
          </a:prstGeom>
          <a:noFill/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9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9pPr>
          </a:lstStyle>
          <a:p>
            <a:r>
              <a:t>xx%</a:t>
            </a:r>
          </a:p>
        </p:txBody>
      </p:sp>
      <p:sp>
        <p:nvSpPr>
          <p:cNvPr id="1934" name="Google Shape;1934;p63"/>
          <p:cNvSpPr txBox="1"/>
          <p:nvPr>
            <p:ph idx="2" type="title"/>
          </p:nvPr>
        </p:nvSpPr>
        <p:spPr>
          <a:xfrm>
            <a:off x="2598625" y="2347850"/>
            <a:ext cx="3946500" cy="1229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Jost"/>
                <a:ea typeface="Jost"/>
                <a:cs typeface="Jost"/>
                <a:sym typeface="Jos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935" name="Google Shape;1935;p63"/>
          <p:cNvSpPr txBox="1"/>
          <p:nvPr>
            <p:ph idx="1" type="subTitle"/>
          </p:nvPr>
        </p:nvSpPr>
        <p:spPr>
          <a:xfrm>
            <a:off x="2598875" y="3643263"/>
            <a:ext cx="3946500" cy="7128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grpSp>
        <p:nvGrpSpPr>
          <p:cNvPr id="1936" name="Google Shape;1936;p63"/>
          <p:cNvGrpSpPr/>
          <p:nvPr/>
        </p:nvGrpSpPr>
        <p:grpSpPr>
          <a:xfrm flipH="1">
            <a:off x="7451744" y="244568"/>
            <a:ext cx="1019565" cy="1290805"/>
            <a:chOff x="-4017975" y="-49702"/>
            <a:chExt cx="1162825" cy="1472177"/>
          </a:xfrm>
        </p:grpSpPr>
        <p:sp>
          <p:nvSpPr>
            <p:cNvPr id="1937" name="Google Shape;1937;p63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63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63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63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63"/>
            <p:cNvSpPr/>
            <p:nvPr/>
          </p:nvSpPr>
          <p:spPr>
            <a:xfrm>
              <a:off x="-3633259" y="-49702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63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63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4" name="Google Shape;1944;p63"/>
          <p:cNvGrpSpPr/>
          <p:nvPr/>
        </p:nvGrpSpPr>
        <p:grpSpPr>
          <a:xfrm flipH="1">
            <a:off x="2648022" y="-702112"/>
            <a:ext cx="1516025" cy="1489525"/>
            <a:chOff x="-3888525" y="-3012325"/>
            <a:chExt cx="1516025" cy="1489525"/>
          </a:xfrm>
        </p:grpSpPr>
        <p:sp>
          <p:nvSpPr>
            <p:cNvPr id="1945" name="Google Shape;1945;p63"/>
            <p:cNvSpPr/>
            <p:nvPr/>
          </p:nvSpPr>
          <p:spPr>
            <a:xfrm>
              <a:off x="-3076125" y="-3012325"/>
              <a:ext cx="38525" cy="38250"/>
            </a:xfrm>
            <a:custGeom>
              <a:rect b="b" l="l" r="r" t="t"/>
              <a:pathLst>
                <a:path extrusionOk="0" h="1530" w="1541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63"/>
            <p:cNvSpPr/>
            <p:nvPr/>
          </p:nvSpPr>
          <p:spPr>
            <a:xfrm>
              <a:off x="-3648325" y="-2918425"/>
              <a:ext cx="523950" cy="509300"/>
            </a:xfrm>
            <a:custGeom>
              <a:rect b="b" l="l" r="r" t="t"/>
              <a:pathLst>
                <a:path extrusionOk="0" h="20372" w="20958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63"/>
            <p:cNvSpPr/>
            <p:nvPr/>
          </p:nvSpPr>
          <p:spPr>
            <a:xfrm>
              <a:off x="-3742350" y="-2353475"/>
              <a:ext cx="53025" cy="38650"/>
            </a:xfrm>
            <a:custGeom>
              <a:rect b="b" l="l" r="r" t="t"/>
              <a:pathLst>
                <a:path extrusionOk="0" h="1546" w="2121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63"/>
            <p:cNvSpPr/>
            <p:nvPr/>
          </p:nvSpPr>
          <p:spPr>
            <a:xfrm>
              <a:off x="-3719475" y="-24833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63"/>
            <p:cNvSpPr/>
            <p:nvPr/>
          </p:nvSpPr>
          <p:spPr>
            <a:xfrm>
              <a:off x="-3888525" y="-2128825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63"/>
            <p:cNvSpPr/>
            <p:nvPr/>
          </p:nvSpPr>
          <p:spPr>
            <a:xfrm>
              <a:off x="-3626300" y="-1680825"/>
              <a:ext cx="184175" cy="158025"/>
            </a:xfrm>
            <a:custGeom>
              <a:rect b="b" l="l" r="r" t="t"/>
              <a:pathLst>
                <a:path extrusionOk="0" h="6321" w="7367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63"/>
            <p:cNvSpPr/>
            <p:nvPr/>
          </p:nvSpPr>
          <p:spPr>
            <a:xfrm>
              <a:off x="-3559050" y="-1636200"/>
              <a:ext cx="76175" cy="68900"/>
            </a:xfrm>
            <a:custGeom>
              <a:rect b="b" l="l" r="r" t="t"/>
              <a:pathLst>
                <a:path extrusionOk="0" h="2756" w="3047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63"/>
            <p:cNvSpPr/>
            <p:nvPr/>
          </p:nvSpPr>
          <p:spPr>
            <a:xfrm>
              <a:off x="-3151175" y="-2605875"/>
              <a:ext cx="752125" cy="750250"/>
            </a:xfrm>
            <a:custGeom>
              <a:rect b="b" l="l" r="r" t="t"/>
              <a:pathLst>
                <a:path extrusionOk="0" h="30010" w="30085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63"/>
            <p:cNvSpPr/>
            <p:nvPr/>
          </p:nvSpPr>
          <p:spPr>
            <a:xfrm>
              <a:off x="-2704800" y="-2461050"/>
              <a:ext cx="155150" cy="155150"/>
            </a:xfrm>
            <a:custGeom>
              <a:rect b="b" l="l" r="r" t="t"/>
              <a:pathLst>
                <a:path extrusionOk="0" h="6206" w="6206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63"/>
            <p:cNvSpPr/>
            <p:nvPr/>
          </p:nvSpPr>
          <p:spPr>
            <a:xfrm>
              <a:off x="-2435025" y="-2631025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63"/>
            <p:cNvSpPr/>
            <p:nvPr/>
          </p:nvSpPr>
          <p:spPr>
            <a:xfrm>
              <a:off x="-3175450" y="-1887725"/>
              <a:ext cx="56675" cy="56925"/>
            </a:xfrm>
            <a:custGeom>
              <a:rect b="b" l="l" r="r" t="t"/>
              <a:pathLst>
                <a:path extrusionOk="0" h="2277" w="2267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56" name="Google Shape;1956;p63"/>
          <p:cNvGrpSpPr/>
          <p:nvPr/>
        </p:nvGrpSpPr>
        <p:grpSpPr>
          <a:xfrm flipH="1">
            <a:off x="579363" y="3923368"/>
            <a:ext cx="1938846" cy="1720830"/>
            <a:chOff x="-1873362" y="2120543"/>
            <a:chExt cx="1938846" cy="1720830"/>
          </a:xfrm>
        </p:grpSpPr>
        <p:sp>
          <p:nvSpPr>
            <p:cNvPr id="1957" name="Google Shape;1957;p63"/>
            <p:cNvSpPr/>
            <p:nvPr/>
          </p:nvSpPr>
          <p:spPr>
            <a:xfrm>
              <a:off x="-1603307" y="2348270"/>
              <a:ext cx="752952" cy="979890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63"/>
            <p:cNvSpPr/>
            <p:nvPr/>
          </p:nvSpPr>
          <p:spPr>
            <a:xfrm>
              <a:off x="-880956" y="2326262"/>
              <a:ext cx="54822" cy="49978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63"/>
            <p:cNvSpPr/>
            <p:nvPr/>
          </p:nvSpPr>
          <p:spPr>
            <a:xfrm>
              <a:off x="-1248116" y="2840637"/>
              <a:ext cx="136036" cy="135772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63"/>
            <p:cNvSpPr/>
            <p:nvPr/>
          </p:nvSpPr>
          <p:spPr>
            <a:xfrm>
              <a:off x="-1524768" y="2679196"/>
              <a:ext cx="649512" cy="786446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63"/>
            <p:cNvSpPr/>
            <p:nvPr/>
          </p:nvSpPr>
          <p:spPr>
            <a:xfrm>
              <a:off x="-906383" y="2657342"/>
              <a:ext cx="53836" cy="49824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63"/>
            <p:cNvSpPr/>
            <p:nvPr/>
          </p:nvSpPr>
          <p:spPr>
            <a:xfrm>
              <a:off x="-1252039" y="2304737"/>
              <a:ext cx="241471" cy="240177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63"/>
            <p:cNvSpPr/>
            <p:nvPr/>
          </p:nvSpPr>
          <p:spPr>
            <a:xfrm>
              <a:off x="-1042397" y="2282795"/>
              <a:ext cx="56773" cy="49934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63"/>
            <p:cNvSpPr/>
            <p:nvPr/>
          </p:nvSpPr>
          <p:spPr>
            <a:xfrm>
              <a:off x="-1275516" y="2516813"/>
              <a:ext cx="54822" cy="49802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63"/>
            <p:cNvSpPr/>
            <p:nvPr/>
          </p:nvSpPr>
          <p:spPr>
            <a:xfrm>
              <a:off x="-1067824" y="3161765"/>
              <a:ext cx="659200" cy="657841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63"/>
            <p:cNvSpPr/>
            <p:nvPr/>
          </p:nvSpPr>
          <p:spPr>
            <a:xfrm>
              <a:off x="-676683" y="3289011"/>
              <a:ext cx="136014" cy="135772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63"/>
            <p:cNvSpPr/>
            <p:nvPr/>
          </p:nvSpPr>
          <p:spPr>
            <a:xfrm>
              <a:off x="-429382" y="3134825"/>
              <a:ext cx="53836" cy="50065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63"/>
            <p:cNvSpPr/>
            <p:nvPr/>
          </p:nvSpPr>
          <p:spPr>
            <a:xfrm>
              <a:off x="-1089349" y="3791702"/>
              <a:ext cx="49912" cy="49671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63"/>
            <p:cNvSpPr/>
            <p:nvPr/>
          </p:nvSpPr>
          <p:spPr>
            <a:xfrm>
              <a:off x="-864538" y="3079499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63"/>
            <p:cNvSpPr/>
            <p:nvPr/>
          </p:nvSpPr>
          <p:spPr>
            <a:xfrm>
              <a:off x="-1492721" y="3169086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63"/>
            <p:cNvSpPr/>
            <p:nvPr/>
          </p:nvSpPr>
          <p:spPr>
            <a:xfrm>
              <a:off x="-1581278" y="3795976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63"/>
            <p:cNvSpPr/>
            <p:nvPr/>
          </p:nvSpPr>
          <p:spPr>
            <a:xfrm>
              <a:off x="-1873362" y="2939014"/>
              <a:ext cx="480201" cy="479478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63"/>
            <p:cNvSpPr/>
            <p:nvPr/>
          </p:nvSpPr>
          <p:spPr>
            <a:xfrm>
              <a:off x="-414717" y="2120543"/>
              <a:ext cx="480201" cy="47989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63"/>
            <p:cNvSpPr/>
            <p:nvPr/>
          </p:nvSpPr>
          <p:spPr>
            <a:xfrm>
              <a:off x="-287757" y="2820734"/>
              <a:ext cx="217972" cy="209731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63"/>
            <p:cNvSpPr/>
            <p:nvPr/>
          </p:nvSpPr>
          <p:spPr>
            <a:xfrm>
              <a:off x="-221208" y="2878778"/>
              <a:ext cx="93204" cy="93467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6" name="Google Shape;1976;p63"/>
          <p:cNvGrpSpPr/>
          <p:nvPr/>
        </p:nvGrpSpPr>
        <p:grpSpPr>
          <a:xfrm flipH="1">
            <a:off x="-1155987" y="-338232"/>
            <a:ext cx="1938846" cy="1720830"/>
            <a:chOff x="-1873362" y="2120543"/>
            <a:chExt cx="1938846" cy="1720830"/>
          </a:xfrm>
        </p:grpSpPr>
        <p:sp>
          <p:nvSpPr>
            <p:cNvPr id="1977" name="Google Shape;1977;p63"/>
            <p:cNvSpPr/>
            <p:nvPr/>
          </p:nvSpPr>
          <p:spPr>
            <a:xfrm>
              <a:off x="-1603307" y="2348270"/>
              <a:ext cx="752952" cy="979890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63"/>
            <p:cNvSpPr/>
            <p:nvPr/>
          </p:nvSpPr>
          <p:spPr>
            <a:xfrm>
              <a:off x="-880956" y="2326262"/>
              <a:ext cx="54822" cy="49978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63"/>
            <p:cNvSpPr/>
            <p:nvPr/>
          </p:nvSpPr>
          <p:spPr>
            <a:xfrm>
              <a:off x="-1248116" y="2840637"/>
              <a:ext cx="136036" cy="135772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63"/>
            <p:cNvSpPr/>
            <p:nvPr/>
          </p:nvSpPr>
          <p:spPr>
            <a:xfrm>
              <a:off x="-1524768" y="2679196"/>
              <a:ext cx="649512" cy="786446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63"/>
            <p:cNvSpPr/>
            <p:nvPr/>
          </p:nvSpPr>
          <p:spPr>
            <a:xfrm>
              <a:off x="-906383" y="2657342"/>
              <a:ext cx="53836" cy="49824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63"/>
            <p:cNvSpPr/>
            <p:nvPr/>
          </p:nvSpPr>
          <p:spPr>
            <a:xfrm>
              <a:off x="-1252039" y="2304737"/>
              <a:ext cx="241471" cy="240177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63"/>
            <p:cNvSpPr/>
            <p:nvPr/>
          </p:nvSpPr>
          <p:spPr>
            <a:xfrm>
              <a:off x="-1042397" y="2282795"/>
              <a:ext cx="56773" cy="49934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63"/>
            <p:cNvSpPr/>
            <p:nvPr/>
          </p:nvSpPr>
          <p:spPr>
            <a:xfrm>
              <a:off x="-1275516" y="2516813"/>
              <a:ext cx="54822" cy="49802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63"/>
            <p:cNvSpPr/>
            <p:nvPr/>
          </p:nvSpPr>
          <p:spPr>
            <a:xfrm>
              <a:off x="-1067824" y="3161765"/>
              <a:ext cx="659200" cy="657841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63"/>
            <p:cNvSpPr/>
            <p:nvPr/>
          </p:nvSpPr>
          <p:spPr>
            <a:xfrm>
              <a:off x="-676683" y="3289011"/>
              <a:ext cx="136014" cy="135772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63"/>
            <p:cNvSpPr/>
            <p:nvPr/>
          </p:nvSpPr>
          <p:spPr>
            <a:xfrm>
              <a:off x="-429382" y="3134825"/>
              <a:ext cx="53836" cy="50065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63"/>
            <p:cNvSpPr/>
            <p:nvPr/>
          </p:nvSpPr>
          <p:spPr>
            <a:xfrm>
              <a:off x="-1089349" y="3791702"/>
              <a:ext cx="49912" cy="49671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63"/>
            <p:cNvSpPr/>
            <p:nvPr/>
          </p:nvSpPr>
          <p:spPr>
            <a:xfrm>
              <a:off x="-864538" y="3079499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63"/>
            <p:cNvSpPr/>
            <p:nvPr/>
          </p:nvSpPr>
          <p:spPr>
            <a:xfrm>
              <a:off x="-1492721" y="3169086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63"/>
            <p:cNvSpPr/>
            <p:nvPr/>
          </p:nvSpPr>
          <p:spPr>
            <a:xfrm>
              <a:off x="-1581278" y="3795976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63"/>
            <p:cNvSpPr/>
            <p:nvPr/>
          </p:nvSpPr>
          <p:spPr>
            <a:xfrm>
              <a:off x="-1873362" y="2939014"/>
              <a:ext cx="480201" cy="479478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63"/>
            <p:cNvSpPr/>
            <p:nvPr/>
          </p:nvSpPr>
          <p:spPr>
            <a:xfrm>
              <a:off x="-414717" y="2120543"/>
              <a:ext cx="480201" cy="47989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63"/>
            <p:cNvSpPr/>
            <p:nvPr/>
          </p:nvSpPr>
          <p:spPr>
            <a:xfrm>
              <a:off x="-287757" y="2820734"/>
              <a:ext cx="217972" cy="209731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63"/>
            <p:cNvSpPr/>
            <p:nvPr/>
          </p:nvSpPr>
          <p:spPr>
            <a:xfrm>
              <a:off x="-221208" y="2878778"/>
              <a:ext cx="93204" cy="93467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96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p64"/>
          <p:cNvSpPr txBox="1"/>
          <p:nvPr>
            <p:ph idx="1" type="body"/>
          </p:nvPr>
        </p:nvSpPr>
        <p:spPr>
          <a:xfrm>
            <a:off x="782850" y="1995825"/>
            <a:ext cx="3904500" cy="259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998" name="Google Shape;1998;p64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99" name="Google Shape;1999;p64"/>
          <p:cNvSpPr txBox="1"/>
          <p:nvPr>
            <p:ph idx="2" type="subTitle"/>
          </p:nvPr>
        </p:nvSpPr>
        <p:spPr>
          <a:xfrm>
            <a:off x="1682625" y="1355275"/>
            <a:ext cx="5779200" cy="53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p65"/>
          <p:cNvSpPr txBox="1"/>
          <p:nvPr>
            <p:ph type="title"/>
          </p:nvPr>
        </p:nvSpPr>
        <p:spPr>
          <a:xfrm>
            <a:off x="917813" y="740425"/>
            <a:ext cx="3351600" cy="8592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02" name="Google Shape;2002;p65"/>
          <p:cNvSpPr txBox="1"/>
          <p:nvPr>
            <p:ph idx="1" type="subTitle"/>
          </p:nvPr>
        </p:nvSpPr>
        <p:spPr>
          <a:xfrm>
            <a:off x="4437188" y="3399874"/>
            <a:ext cx="3789000" cy="10032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3" name="Google Shape;2003;p65"/>
          <p:cNvSpPr txBox="1"/>
          <p:nvPr>
            <p:ph idx="2" type="subTitle"/>
          </p:nvPr>
        </p:nvSpPr>
        <p:spPr>
          <a:xfrm>
            <a:off x="4874588" y="2388438"/>
            <a:ext cx="3351600" cy="8592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8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4" name="Google Shape;2004;p65"/>
          <p:cNvSpPr txBox="1"/>
          <p:nvPr>
            <p:ph idx="3" type="subTitle"/>
          </p:nvPr>
        </p:nvSpPr>
        <p:spPr>
          <a:xfrm>
            <a:off x="917813" y="1751950"/>
            <a:ext cx="3789000" cy="10032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005" name="Google Shape;2005;p65"/>
          <p:cNvGrpSpPr/>
          <p:nvPr/>
        </p:nvGrpSpPr>
        <p:grpSpPr>
          <a:xfrm rot="10800000">
            <a:off x="-287269" y="3176993"/>
            <a:ext cx="1803578" cy="1592367"/>
            <a:chOff x="-4912150" y="-393637"/>
            <a:chExt cx="2057000" cy="1816112"/>
          </a:xfrm>
        </p:grpSpPr>
        <p:sp>
          <p:nvSpPr>
            <p:cNvPr id="2006" name="Google Shape;2006;p65"/>
            <p:cNvSpPr/>
            <p:nvPr/>
          </p:nvSpPr>
          <p:spPr>
            <a:xfrm>
              <a:off x="-4604150" y="-280425"/>
              <a:ext cx="858750" cy="1117575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65"/>
            <p:cNvSpPr/>
            <p:nvPr/>
          </p:nvSpPr>
          <p:spPr>
            <a:xfrm>
              <a:off x="-3780300" y="-305525"/>
              <a:ext cx="62525" cy="57000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65"/>
            <p:cNvSpPr/>
            <p:nvPr/>
          </p:nvSpPr>
          <p:spPr>
            <a:xfrm>
              <a:off x="-4199050" y="281125"/>
              <a:ext cx="155150" cy="154850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65"/>
            <p:cNvSpPr/>
            <p:nvPr/>
          </p:nvSpPr>
          <p:spPr>
            <a:xfrm>
              <a:off x="-4514575" y="97000"/>
              <a:ext cx="740775" cy="896950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65"/>
            <p:cNvSpPr/>
            <p:nvPr/>
          </p:nvSpPr>
          <p:spPr>
            <a:xfrm>
              <a:off x="-3809300" y="72075"/>
              <a:ext cx="61400" cy="56825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65"/>
            <p:cNvSpPr/>
            <p:nvPr/>
          </p:nvSpPr>
          <p:spPr>
            <a:xfrm>
              <a:off x="-4203525" y="-330075"/>
              <a:ext cx="275400" cy="273925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65"/>
            <p:cNvSpPr/>
            <p:nvPr/>
          </p:nvSpPr>
          <p:spPr>
            <a:xfrm>
              <a:off x="-3964425" y="-355100"/>
              <a:ext cx="64750" cy="56950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65"/>
            <p:cNvSpPr/>
            <p:nvPr/>
          </p:nvSpPr>
          <p:spPr>
            <a:xfrm>
              <a:off x="-4230300" y="-88200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65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65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65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65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65"/>
            <p:cNvSpPr/>
            <p:nvPr/>
          </p:nvSpPr>
          <p:spPr>
            <a:xfrm>
              <a:off x="-3761575" y="553550"/>
              <a:ext cx="51025" cy="38375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65"/>
            <p:cNvSpPr/>
            <p:nvPr/>
          </p:nvSpPr>
          <p:spPr>
            <a:xfrm>
              <a:off x="-4478025" y="655725"/>
              <a:ext cx="666475" cy="651250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65"/>
            <p:cNvSpPr/>
            <p:nvPr/>
          </p:nvSpPr>
          <p:spPr>
            <a:xfrm>
              <a:off x="-4579025" y="1370700"/>
              <a:ext cx="46900" cy="38375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65"/>
            <p:cNvSpPr/>
            <p:nvPr/>
          </p:nvSpPr>
          <p:spPr>
            <a:xfrm>
              <a:off x="-4912150" y="393325"/>
              <a:ext cx="547675" cy="546850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65"/>
            <p:cNvSpPr/>
            <p:nvPr/>
          </p:nvSpPr>
          <p:spPr>
            <a:xfrm>
              <a:off x="-3508415" y="-393637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65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65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5" name="Google Shape;2025;p65"/>
          <p:cNvGrpSpPr/>
          <p:nvPr/>
        </p:nvGrpSpPr>
        <p:grpSpPr>
          <a:xfrm>
            <a:off x="6039350" y="414138"/>
            <a:ext cx="1040638" cy="901375"/>
            <a:chOff x="8457538" y="810363"/>
            <a:chExt cx="1040638" cy="901375"/>
          </a:xfrm>
        </p:grpSpPr>
        <p:grpSp>
          <p:nvGrpSpPr>
            <p:cNvPr id="2026" name="Google Shape;2026;p65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2027" name="Google Shape;2027;p65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8" name="Google Shape;2028;p65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29" name="Google Shape;2029;p65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2030" name="Google Shape;2030;p65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1" name="Google Shape;2031;p65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2" name="Google Shape;2032;p65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33" name="Google Shape;2033;p65"/>
          <p:cNvGrpSpPr/>
          <p:nvPr/>
        </p:nvGrpSpPr>
        <p:grpSpPr>
          <a:xfrm>
            <a:off x="2021856" y="3530393"/>
            <a:ext cx="1019565" cy="1290805"/>
            <a:chOff x="-4017975" y="-49702"/>
            <a:chExt cx="1162825" cy="1472177"/>
          </a:xfrm>
        </p:grpSpPr>
        <p:sp>
          <p:nvSpPr>
            <p:cNvPr id="2034" name="Google Shape;2034;p65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65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65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65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65"/>
            <p:cNvSpPr/>
            <p:nvPr/>
          </p:nvSpPr>
          <p:spPr>
            <a:xfrm>
              <a:off x="-3633259" y="-49702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65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65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41" name="Google Shape;2041;p65"/>
          <p:cNvGrpSpPr/>
          <p:nvPr/>
        </p:nvGrpSpPr>
        <p:grpSpPr>
          <a:xfrm>
            <a:off x="7572872" y="-168350"/>
            <a:ext cx="1929500" cy="2210100"/>
            <a:chOff x="295725" y="-3462825"/>
            <a:chExt cx="1929500" cy="2210100"/>
          </a:xfrm>
        </p:grpSpPr>
        <p:sp>
          <p:nvSpPr>
            <p:cNvPr id="2042" name="Google Shape;2042;p65"/>
            <p:cNvSpPr/>
            <p:nvPr/>
          </p:nvSpPr>
          <p:spPr>
            <a:xfrm>
              <a:off x="1089425" y="-3462825"/>
              <a:ext cx="700025" cy="959400"/>
            </a:xfrm>
            <a:custGeom>
              <a:rect b="b" l="l" r="r" t="t"/>
              <a:pathLst>
                <a:path extrusionOk="0" h="38376" w="28001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65"/>
            <p:cNvSpPr/>
            <p:nvPr/>
          </p:nvSpPr>
          <p:spPr>
            <a:xfrm>
              <a:off x="1064875" y="-2535525"/>
              <a:ext cx="56950" cy="56925"/>
            </a:xfrm>
            <a:custGeom>
              <a:rect b="b" l="l" r="r" t="t"/>
              <a:pathLst>
                <a:path extrusionOk="0" h="2277" w="2278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65"/>
            <p:cNvSpPr/>
            <p:nvPr/>
          </p:nvSpPr>
          <p:spPr>
            <a:xfrm>
              <a:off x="1212200" y="-2944175"/>
              <a:ext cx="869900" cy="1026350"/>
            </a:xfrm>
            <a:custGeom>
              <a:rect b="b" l="l" r="r" t="t"/>
              <a:pathLst>
                <a:path extrusionOk="0" h="41054" w="34796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65"/>
            <p:cNvSpPr/>
            <p:nvPr/>
          </p:nvSpPr>
          <p:spPr>
            <a:xfrm>
              <a:off x="1577675" y="-2592175"/>
              <a:ext cx="155125" cy="154875"/>
            </a:xfrm>
            <a:custGeom>
              <a:rect b="b" l="l" r="r" t="t"/>
              <a:pathLst>
                <a:path extrusionOk="0" h="6195" w="6205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65"/>
            <p:cNvSpPr/>
            <p:nvPr/>
          </p:nvSpPr>
          <p:spPr>
            <a:xfrm>
              <a:off x="1188475" y="-1949950"/>
              <a:ext cx="56950" cy="56950"/>
            </a:xfrm>
            <a:custGeom>
              <a:rect b="b" l="l" r="r" t="t"/>
              <a:pathLst>
                <a:path extrusionOk="0" h="2278" w="2278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65"/>
            <p:cNvSpPr/>
            <p:nvPr/>
          </p:nvSpPr>
          <p:spPr>
            <a:xfrm>
              <a:off x="2043025" y="-3122375"/>
              <a:ext cx="38525" cy="38650"/>
            </a:xfrm>
            <a:custGeom>
              <a:rect b="b" l="l" r="r" t="t"/>
              <a:pathLst>
                <a:path extrusionOk="0" h="1546" w="1541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65"/>
            <p:cNvSpPr/>
            <p:nvPr/>
          </p:nvSpPr>
          <p:spPr>
            <a:xfrm>
              <a:off x="1472200" y="-3028150"/>
              <a:ext cx="522225" cy="509375"/>
            </a:xfrm>
            <a:custGeom>
              <a:rect b="b" l="l" r="r" t="t"/>
              <a:pathLst>
                <a:path extrusionOk="0" h="20375" w="20889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65"/>
            <p:cNvSpPr/>
            <p:nvPr/>
          </p:nvSpPr>
          <p:spPr>
            <a:xfrm>
              <a:off x="1384050" y="-2463000"/>
              <a:ext cx="38250" cy="38250"/>
            </a:xfrm>
            <a:custGeom>
              <a:rect b="b" l="l" r="r" t="t"/>
              <a:pathLst>
                <a:path extrusionOk="0" h="1530" w="153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65"/>
            <p:cNvSpPr/>
            <p:nvPr/>
          </p:nvSpPr>
          <p:spPr>
            <a:xfrm>
              <a:off x="1108400" y="-3240375"/>
              <a:ext cx="38250" cy="38650"/>
            </a:xfrm>
            <a:custGeom>
              <a:rect b="b" l="l" r="r" t="t"/>
              <a:pathLst>
                <a:path extrusionOk="0" h="1546" w="153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65"/>
            <p:cNvSpPr/>
            <p:nvPr/>
          </p:nvSpPr>
          <p:spPr>
            <a:xfrm>
              <a:off x="537050" y="-3146175"/>
              <a:ext cx="522775" cy="509125"/>
            </a:xfrm>
            <a:custGeom>
              <a:rect b="b" l="l" r="r" t="t"/>
              <a:pathLst>
                <a:path extrusionOk="0" h="20365" w="20911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65"/>
            <p:cNvSpPr/>
            <p:nvPr/>
          </p:nvSpPr>
          <p:spPr>
            <a:xfrm>
              <a:off x="449150" y="-2581150"/>
              <a:ext cx="38250" cy="38375"/>
            </a:xfrm>
            <a:custGeom>
              <a:rect b="b" l="l" r="r" t="t"/>
              <a:pathLst>
                <a:path extrusionOk="0" h="1535" w="153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65"/>
            <p:cNvSpPr/>
            <p:nvPr/>
          </p:nvSpPr>
          <p:spPr>
            <a:xfrm>
              <a:off x="1636250" y="-2122350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65"/>
            <p:cNvSpPr/>
            <p:nvPr/>
          </p:nvSpPr>
          <p:spPr>
            <a:xfrm>
              <a:off x="1711575" y="-2197675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65"/>
            <p:cNvSpPr/>
            <p:nvPr/>
          </p:nvSpPr>
          <p:spPr>
            <a:xfrm>
              <a:off x="1786900" y="-2273000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65"/>
            <p:cNvSpPr/>
            <p:nvPr/>
          </p:nvSpPr>
          <p:spPr>
            <a:xfrm>
              <a:off x="1862225" y="-2348325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65"/>
            <p:cNvSpPr/>
            <p:nvPr/>
          </p:nvSpPr>
          <p:spPr>
            <a:xfrm>
              <a:off x="1937550" y="-2423950"/>
              <a:ext cx="137025" cy="25425"/>
            </a:xfrm>
            <a:custGeom>
              <a:rect b="b" l="l" r="r" t="t"/>
              <a:pathLst>
                <a:path extrusionOk="0" h="1017" w="5481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65"/>
            <p:cNvSpPr/>
            <p:nvPr/>
          </p:nvSpPr>
          <p:spPr>
            <a:xfrm>
              <a:off x="2013150" y="-2499275"/>
              <a:ext cx="136750" cy="25150"/>
            </a:xfrm>
            <a:custGeom>
              <a:rect b="b" l="l" r="r" t="t"/>
              <a:pathLst>
                <a:path extrusionOk="0" h="1006" w="547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65"/>
            <p:cNvSpPr/>
            <p:nvPr/>
          </p:nvSpPr>
          <p:spPr>
            <a:xfrm>
              <a:off x="2088500" y="-2574600"/>
              <a:ext cx="136725" cy="25150"/>
            </a:xfrm>
            <a:custGeom>
              <a:rect b="b" l="l" r="r" t="t"/>
              <a:pathLst>
                <a:path extrusionOk="0" h="1006" w="5469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65"/>
            <p:cNvSpPr/>
            <p:nvPr/>
          </p:nvSpPr>
          <p:spPr>
            <a:xfrm>
              <a:off x="463950" y="-2710950"/>
              <a:ext cx="548500" cy="546775"/>
            </a:xfrm>
            <a:custGeom>
              <a:rect b="b" l="l" r="r" t="t"/>
              <a:pathLst>
                <a:path extrusionOk="0" h="21871" w="2194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65"/>
            <p:cNvSpPr/>
            <p:nvPr/>
          </p:nvSpPr>
          <p:spPr>
            <a:xfrm>
              <a:off x="942975" y="-1800075"/>
              <a:ext cx="549225" cy="547350"/>
            </a:xfrm>
            <a:custGeom>
              <a:rect b="b" l="l" r="r" t="t"/>
              <a:pathLst>
                <a:path extrusionOk="0" h="21894" w="21969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65"/>
            <p:cNvSpPr/>
            <p:nvPr/>
          </p:nvSpPr>
          <p:spPr>
            <a:xfrm>
              <a:off x="295725" y="-2356925"/>
              <a:ext cx="548500" cy="547050"/>
            </a:xfrm>
            <a:custGeom>
              <a:rect b="b" l="l" r="r" t="t"/>
              <a:pathLst>
                <a:path extrusionOk="0" h="21882" w="2194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65"/>
            <p:cNvSpPr/>
            <p:nvPr/>
          </p:nvSpPr>
          <p:spPr>
            <a:xfrm>
              <a:off x="1774900" y="-1975200"/>
              <a:ext cx="248600" cy="239275"/>
            </a:xfrm>
            <a:custGeom>
              <a:rect b="b" l="l" r="r" t="t"/>
              <a:pathLst>
                <a:path extrusionOk="0" h="9571" w="9944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65"/>
            <p:cNvSpPr/>
            <p:nvPr/>
          </p:nvSpPr>
          <p:spPr>
            <a:xfrm>
              <a:off x="1850800" y="-1908650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65"/>
            <p:cNvSpPr/>
            <p:nvPr/>
          </p:nvSpPr>
          <p:spPr>
            <a:xfrm>
              <a:off x="735125" y="-2028925"/>
              <a:ext cx="184150" cy="157950"/>
            </a:xfrm>
            <a:custGeom>
              <a:rect b="b" l="l" r="r" t="t"/>
              <a:pathLst>
                <a:path extrusionOk="0" h="6318" w="7366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65"/>
            <p:cNvSpPr/>
            <p:nvPr/>
          </p:nvSpPr>
          <p:spPr>
            <a:xfrm>
              <a:off x="803475" y="-1984150"/>
              <a:ext cx="74500" cy="69000"/>
            </a:xfrm>
            <a:custGeom>
              <a:rect b="b" l="l" r="r" t="t"/>
              <a:pathLst>
                <a:path extrusionOk="0" h="2760" w="298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67" name="Shape 2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Google Shape;2068;p66"/>
          <p:cNvSpPr txBox="1"/>
          <p:nvPr>
            <p:ph type="title"/>
          </p:nvPr>
        </p:nvSpPr>
        <p:spPr>
          <a:xfrm>
            <a:off x="782850" y="556250"/>
            <a:ext cx="7578300" cy="5232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069" name="Google Shape;2069;p66"/>
          <p:cNvGrpSpPr/>
          <p:nvPr/>
        </p:nvGrpSpPr>
        <p:grpSpPr>
          <a:xfrm>
            <a:off x="8361160" y="-152294"/>
            <a:ext cx="1040638" cy="1353907"/>
            <a:chOff x="8361160" y="-152294"/>
            <a:chExt cx="1040638" cy="1353907"/>
          </a:xfrm>
        </p:grpSpPr>
        <p:grpSp>
          <p:nvGrpSpPr>
            <p:cNvPr id="2070" name="Google Shape;2070;p66"/>
            <p:cNvGrpSpPr/>
            <p:nvPr/>
          </p:nvGrpSpPr>
          <p:grpSpPr>
            <a:xfrm flipH="1">
              <a:off x="8361160" y="300238"/>
              <a:ext cx="1040638" cy="901375"/>
              <a:chOff x="948060" y="3972813"/>
              <a:chExt cx="1040638" cy="901375"/>
            </a:xfrm>
          </p:grpSpPr>
          <p:grpSp>
            <p:nvGrpSpPr>
              <p:cNvPr id="2071" name="Google Shape;2071;p66"/>
              <p:cNvGrpSpPr/>
              <p:nvPr/>
            </p:nvGrpSpPr>
            <p:grpSpPr>
              <a:xfrm flipH="1">
                <a:off x="948060" y="3972813"/>
                <a:ext cx="716725" cy="901375"/>
                <a:chOff x="-3888525" y="-2483300"/>
                <a:chExt cx="716725" cy="901375"/>
              </a:xfrm>
            </p:grpSpPr>
            <p:sp>
              <p:nvSpPr>
                <p:cNvPr id="2072" name="Google Shape;2072;p66"/>
                <p:cNvSpPr/>
                <p:nvPr/>
              </p:nvSpPr>
              <p:spPr>
                <a:xfrm>
                  <a:off x="-3719475" y="-2483300"/>
                  <a:ext cx="547675" cy="547050"/>
                </a:xfrm>
                <a:custGeom>
                  <a:rect b="b" l="l" r="r" t="t"/>
                  <a:pathLst>
                    <a:path extrusionOk="0" h="21882" w="21907">
                      <a:moveTo>
                        <a:pt x="21756" y="1"/>
                      </a:moveTo>
                      <a:cubicBezTo>
                        <a:pt x="21723" y="1"/>
                        <a:pt x="21689" y="15"/>
                        <a:pt x="21661" y="43"/>
                      </a:cubicBezTo>
                      <a:lnTo>
                        <a:pt x="56" y="21647"/>
                      </a:lnTo>
                      <a:cubicBezTo>
                        <a:pt x="1" y="21703"/>
                        <a:pt x="1" y="21781"/>
                        <a:pt x="56" y="21837"/>
                      </a:cubicBezTo>
                      <a:cubicBezTo>
                        <a:pt x="79" y="21870"/>
                        <a:pt x="112" y="21882"/>
                        <a:pt x="157" y="21882"/>
                      </a:cubicBezTo>
                      <a:cubicBezTo>
                        <a:pt x="190" y="21882"/>
                        <a:pt x="224" y="21870"/>
                        <a:pt x="257" y="21837"/>
                      </a:cubicBezTo>
                      <a:lnTo>
                        <a:pt x="21851" y="243"/>
                      </a:lnTo>
                      <a:cubicBezTo>
                        <a:pt x="21907" y="188"/>
                        <a:pt x="21907" y="98"/>
                        <a:pt x="21851" y="43"/>
                      </a:cubicBezTo>
                      <a:cubicBezTo>
                        <a:pt x="21823" y="15"/>
                        <a:pt x="21790" y="1"/>
                        <a:pt x="2175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3" name="Google Shape;2073;p66"/>
                <p:cNvSpPr/>
                <p:nvPr/>
              </p:nvSpPr>
              <p:spPr>
                <a:xfrm>
                  <a:off x="-3888525" y="-2128825"/>
                  <a:ext cx="549275" cy="546900"/>
                </a:xfrm>
                <a:custGeom>
                  <a:rect b="b" l="l" r="r" t="t"/>
                  <a:pathLst>
                    <a:path extrusionOk="0" h="21876" w="21971">
                      <a:moveTo>
                        <a:pt x="21780" y="1"/>
                      </a:moveTo>
                      <a:cubicBezTo>
                        <a:pt x="21751" y="1"/>
                        <a:pt x="21721" y="11"/>
                        <a:pt x="21694" y="36"/>
                      </a:cubicBezTo>
                      <a:lnTo>
                        <a:pt x="89" y="21630"/>
                      </a:lnTo>
                      <a:cubicBezTo>
                        <a:pt x="0" y="21719"/>
                        <a:pt x="67" y="21864"/>
                        <a:pt x="190" y="21875"/>
                      </a:cubicBezTo>
                      <a:cubicBezTo>
                        <a:pt x="223" y="21864"/>
                        <a:pt x="268" y="21853"/>
                        <a:pt x="290" y="21830"/>
                      </a:cubicBezTo>
                      <a:lnTo>
                        <a:pt x="21884" y="226"/>
                      </a:lnTo>
                      <a:cubicBezTo>
                        <a:pt x="21971" y="130"/>
                        <a:pt x="21882" y="1"/>
                        <a:pt x="2178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74" name="Google Shape;2074;p66"/>
              <p:cNvGrpSpPr/>
              <p:nvPr/>
            </p:nvGrpSpPr>
            <p:grpSpPr>
              <a:xfrm flipH="1">
                <a:off x="1664772" y="4493938"/>
                <a:ext cx="323925" cy="323650"/>
                <a:chOff x="1608625" y="299800"/>
                <a:chExt cx="323925" cy="323650"/>
              </a:xfrm>
            </p:grpSpPr>
            <p:sp>
              <p:nvSpPr>
                <p:cNvPr id="2075" name="Google Shape;2075;p66"/>
                <p:cNvSpPr/>
                <p:nvPr/>
              </p:nvSpPr>
              <p:spPr>
                <a:xfrm>
                  <a:off x="1633450" y="324425"/>
                  <a:ext cx="275900" cy="274200"/>
                </a:xfrm>
                <a:custGeom>
                  <a:rect b="b" l="l" r="r" t="t"/>
                  <a:pathLst>
                    <a:path extrusionOk="0" h="10968" w="11036">
                      <a:moveTo>
                        <a:pt x="10830" y="0"/>
                      </a:moveTo>
                      <a:cubicBezTo>
                        <a:pt x="10795" y="0"/>
                        <a:pt x="10758" y="16"/>
                        <a:pt x="10725" y="54"/>
                      </a:cubicBezTo>
                      <a:lnTo>
                        <a:pt x="46" y="10733"/>
                      </a:lnTo>
                      <a:cubicBezTo>
                        <a:pt x="1" y="10789"/>
                        <a:pt x="1" y="10867"/>
                        <a:pt x="46" y="10923"/>
                      </a:cubicBezTo>
                      <a:cubicBezTo>
                        <a:pt x="79" y="10956"/>
                        <a:pt x="112" y="10968"/>
                        <a:pt x="146" y="10968"/>
                      </a:cubicBezTo>
                      <a:cubicBezTo>
                        <a:pt x="191" y="10968"/>
                        <a:pt x="224" y="10956"/>
                        <a:pt x="246" y="10923"/>
                      </a:cubicBezTo>
                      <a:lnTo>
                        <a:pt x="10926" y="254"/>
                      </a:lnTo>
                      <a:cubicBezTo>
                        <a:pt x="11036" y="153"/>
                        <a:pt x="10941" y="0"/>
                        <a:pt x="10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6" name="Google Shape;2076;p66"/>
                <p:cNvSpPr/>
                <p:nvPr/>
              </p:nvSpPr>
              <p:spPr>
                <a:xfrm>
                  <a:off x="1875625" y="299800"/>
                  <a:ext cx="56925" cy="56950"/>
                </a:xfrm>
                <a:custGeom>
                  <a:rect b="b" l="l" r="r" t="t"/>
                  <a:pathLst>
                    <a:path extrusionOk="0" h="2278" w="2277">
                      <a:moveTo>
                        <a:pt x="1139" y="1"/>
                      </a:moveTo>
                      <a:cubicBezTo>
                        <a:pt x="514" y="1"/>
                        <a:pt x="0" y="514"/>
                        <a:pt x="0" y="1139"/>
                      </a:cubicBezTo>
                      <a:cubicBezTo>
                        <a:pt x="0" y="1764"/>
                        <a:pt x="514" y="2277"/>
                        <a:pt x="1139" y="2277"/>
                      </a:cubicBezTo>
                      <a:cubicBezTo>
                        <a:pt x="1764" y="2277"/>
                        <a:pt x="2277" y="1764"/>
                        <a:pt x="2277" y="1139"/>
                      </a:cubicBezTo>
                      <a:cubicBezTo>
                        <a:pt x="2277" y="514"/>
                        <a:pt x="1764" y="1"/>
                        <a:pt x="113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7" name="Google Shape;2077;p66"/>
                <p:cNvSpPr/>
                <p:nvPr/>
              </p:nvSpPr>
              <p:spPr>
                <a:xfrm>
                  <a:off x="1608625" y="566800"/>
                  <a:ext cx="56950" cy="56650"/>
                </a:xfrm>
                <a:custGeom>
                  <a:rect b="b" l="l" r="r" t="t"/>
                  <a:pathLst>
                    <a:path extrusionOk="0" h="2266" w="2278">
                      <a:moveTo>
                        <a:pt x="1139" y="0"/>
                      </a:moveTo>
                      <a:cubicBezTo>
                        <a:pt x="514" y="0"/>
                        <a:pt x="1" y="503"/>
                        <a:pt x="1" y="1127"/>
                      </a:cubicBezTo>
                      <a:cubicBezTo>
                        <a:pt x="1" y="1764"/>
                        <a:pt x="514" y="2266"/>
                        <a:pt x="1139" y="2266"/>
                      </a:cubicBezTo>
                      <a:cubicBezTo>
                        <a:pt x="1775" y="2266"/>
                        <a:pt x="2277" y="1764"/>
                        <a:pt x="2277" y="1127"/>
                      </a:cubicBezTo>
                      <a:cubicBezTo>
                        <a:pt x="2277" y="503"/>
                        <a:pt x="1775" y="0"/>
                        <a:pt x="1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078" name="Google Shape;2078;p66"/>
            <p:cNvGrpSpPr/>
            <p:nvPr/>
          </p:nvGrpSpPr>
          <p:grpSpPr>
            <a:xfrm rot="10800000">
              <a:off x="8442919" y="-152294"/>
              <a:ext cx="777174" cy="1001897"/>
              <a:chOff x="-4604150" y="-305525"/>
              <a:chExt cx="886375" cy="1142675"/>
            </a:xfrm>
          </p:grpSpPr>
          <p:sp>
            <p:nvSpPr>
              <p:cNvPr id="2079" name="Google Shape;2079;p66"/>
              <p:cNvSpPr/>
              <p:nvPr/>
            </p:nvSpPr>
            <p:spPr>
              <a:xfrm>
                <a:off x="-4604150" y="-280425"/>
                <a:ext cx="858750" cy="1117575"/>
              </a:xfrm>
              <a:custGeom>
                <a:rect b="b" l="l" r="r" t="t"/>
                <a:pathLst>
                  <a:path extrusionOk="0" h="44703" w="34350">
                    <a:moveTo>
                      <a:pt x="34205" y="1"/>
                    </a:moveTo>
                    <a:cubicBezTo>
                      <a:pt x="34169" y="1"/>
                      <a:pt x="34132" y="15"/>
                      <a:pt x="34104" y="43"/>
                    </a:cubicBezTo>
                    <a:lnTo>
                      <a:pt x="23425" y="10722"/>
                    </a:lnTo>
                    <a:cubicBezTo>
                      <a:pt x="23402" y="10745"/>
                      <a:pt x="23391" y="10778"/>
                      <a:pt x="23391" y="10823"/>
                    </a:cubicBezTo>
                    <a:lnTo>
                      <a:pt x="23391" y="21168"/>
                    </a:lnTo>
                    <a:lnTo>
                      <a:pt x="90" y="44468"/>
                    </a:lnTo>
                    <a:cubicBezTo>
                      <a:pt x="1" y="44558"/>
                      <a:pt x="68" y="44703"/>
                      <a:pt x="191" y="44703"/>
                    </a:cubicBezTo>
                    <a:cubicBezTo>
                      <a:pt x="224" y="44703"/>
                      <a:pt x="258" y="44692"/>
                      <a:pt x="291" y="44669"/>
                    </a:cubicBezTo>
                    <a:lnTo>
                      <a:pt x="23626" y="21324"/>
                    </a:lnTo>
                    <a:cubicBezTo>
                      <a:pt x="23648" y="21301"/>
                      <a:pt x="23670" y="21257"/>
                      <a:pt x="23670" y="21223"/>
                    </a:cubicBezTo>
                    <a:lnTo>
                      <a:pt x="23670" y="10879"/>
                    </a:lnTo>
                    <a:lnTo>
                      <a:pt x="34305" y="244"/>
                    </a:lnTo>
                    <a:cubicBezTo>
                      <a:pt x="34350" y="188"/>
                      <a:pt x="34350" y="98"/>
                      <a:pt x="34305" y="43"/>
                    </a:cubicBezTo>
                    <a:cubicBezTo>
                      <a:pt x="34277" y="15"/>
                      <a:pt x="34241" y="1"/>
                      <a:pt x="34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0" name="Google Shape;2080;p66"/>
              <p:cNvSpPr/>
              <p:nvPr/>
            </p:nvSpPr>
            <p:spPr>
              <a:xfrm>
                <a:off x="-3780300" y="-305525"/>
                <a:ext cx="62525" cy="57000"/>
              </a:xfrm>
              <a:custGeom>
                <a:rect b="b" l="l" r="r" t="t"/>
                <a:pathLst>
                  <a:path extrusionOk="0" h="2280" w="2501">
                    <a:moveTo>
                      <a:pt x="1248" y="0"/>
                    </a:moveTo>
                    <a:cubicBezTo>
                      <a:pt x="738" y="0"/>
                      <a:pt x="270" y="354"/>
                      <a:pt x="146" y="879"/>
                    </a:cubicBezTo>
                    <a:cubicBezTo>
                      <a:pt x="1" y="1493"/>
                      <a:pt x="380" y="2107"/>
                      <a:pt x="994" y="2252"/>
                    </a:cubicBezTo>
                    <a:cubicBezTo>
                      <a:pt x="1077" y="2270"/>
                      <a:pt x="1161" y="2279"/>
                      <a:pt x="1243" y="2279"/>
                    </a:cubicBezTo>
                    <a:cubicBezTo>
                      <a:pt x="1757" y="2279"/>
                      <a:pt x="2231" y="1933"/>
                      <a:pt x="2356" y="1404"/>
                    </a:cubicBezTo>
                    <a:cubicBezTo>
                      <a:pt x="2501" y="790"/>
                      <a:pt x="2121" y="176"/>
                      <a:pt x="1507" y="31"/>
                    </a:cubicBezTo>
                    <a:cubicBezTo>
                      <a:pt x="1421" y="10"/>
                      <a:pt x="1334" y="0"/>
                      <a:pt x="12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1" name="Google Shape;2081;p66"/>
              <p:cNvSpPr/>
              <p:nvPr/>
            </p:nvSpPr>
            <p:spPr>
              <a:xfrm>
                <a:off x="-4199050" y="281125"/>
                <a:ext cx="155150" cy="154850"/>
              </a:xfrm>
              <a:custGeom>
                <a:rect b="b" l="l" r="r" t="t"/>
                <a:pathLst>
                  <a:path extrusionOk="0" h="6194" w="6206">
                    <a:moveTo>
                      <a:pt x="6149" y="0"/>
                    </a:moveTo>
                    <a:lnTo>
                      <a:pt x="1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4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82" name="Google Shape;2082;p66"/>
          <p:cNvGrpSpPr/>
          <p:nvPr/>
        </p:nvGrpSpPr>
        <p:grpSpPr>
          <a:xfrm>
            <a:off x="778838" y="379263"/>
            <a:ext cx="184175" cy="158025"/>
            <a:chOff x="-3626300" y="-1680825"/>
            <a:chExt cx="184175" cy="158025"/>
          </a:xfrm>
        </p:grpSpPr>
        <p:sp>
          <p:nvSpPr>
            <p:cNvPr id="2083" name="Google Shape;2083;p66"/>
            <p:cNvSpPr/>
            <p:nvPr/>
          </p:nvSpPr>
          <p:spPr>
            <a:xfrm>
              <a:off x="-3626300" y="-1680825"/>
              <a:ext cx="184175" cy="158025"/>
            </a:xfrm>
            <a:custGeom>
              <a:rect b="b" l="l" r="r" t="t"/>
              <a:pathLst>
                <a:path extrusionOk="0" h="6321" w="7367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66"/>
            <p:cNvSpPr/>
            <p:nvPr/>
          </p:nvSpPr>
          <p:spPr>
            <a:xfrm>
              <a:off x="-3559050" y="-1636200"/>
              <a:ext cx="76175" cy="68900"/>
            </a:xfrm>
            <a:custGeom>
              <a:rect b="b" l="l" r="r" t="t"/>
              <a:pathLst>
                <a:path extrusionOk="0" h="2756" w="3047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5" name="Google Shape;2085;p66"/>
          <p:cNvGrpSpPr/>
          <p:nvPr/>
        </p:nvGrpSpPr>
        <p:grpSpPr>
          <a:xfrm>
            <a:off x="-252062" y="300238"/>
            <a:ext cx="716725" cy="901375"/>
            <a:chOff x="-3888525" y="-2483300"/>
            <a:chExt cx="716725" cy="901375"/>
          </a:xfrm>
        </p:grpSpPr>
        <p:sp>
          <p:nvSpPr>
            <p:cNvPr id="2086" name="Google Shape;2086;p66"/>
            <p:cNvSpPr/>
            <p:nvPr/>
          </p:nvSpPr>
          <p:spPr>
            <a:xfrm>
              <a:off x="-3719475" y="-24833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66"/>
            <p:cNvSpPr/>
            <p:nvPr/>
          </p:nvSpPr>
          <p:spPr>
            <a:xfrm>
              <a:off x="-3888525" y="-2128825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088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Google Shape;2089;p67"/>
          <p:cNvSpPr txBox="1"/>
          <p:nvPr>
            <p:ph idx="1" type="subTitle"/>
          </p:nvPr>
        </p:nvSpPr>
        <p:spPr>
          <a:xfrm>
            <a:off x="782850" y="1341548"/>
            <a:ext cx="7578300" cy="527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90" name="Google Shape;2090;p67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091" name="Google Shape;2091;p67"/>
          <p:cNvGrpSpPr/>
          <p:nvPr/>
        </p:nvGrpSpPr>
        <p:grpSpPr>
          <a:xfrm>
            <a:off x="7433700" y="4482713"/>
            <a:ext cx="1040638" cy="901375"/>
            <a:chOff x="8457538" y="810363"/>
            <a:chExt cx="1040638" cy="901375"/>
          </a:xfrm>
        </p:grpSpPr>
        <p:grpSp>
          <p:nvGrpSpPr>
            <p:cNvPr id="2092" name="Google Shape;2092;p67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2093" name="Google Shape;2093;p67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4" name="Google Shape;2094;p67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95" name="Google Shape;2095;p67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2096" name="Google Shape;2096;p67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7" name="Google Shape;2097;p67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8" name="Google Shape;2098;p67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99" name="Google Shape;2099;p67"/>
          <p:cNvGrpSpPr/>
          <p:nvPr/>
        </p:nvGrpSpPr>
        <p:grpSpPr>
          <a:xfrm>
            <a:off x="388869" y="-29307"/>
            <a:ext cx="1019565" cy="1290805"/>
            <a:chOff x="-4017975" y="-49702"/>
            <a:chExt cx="1162825" cy="1472177"/>
          </a:xfrm>
        </p:grpSpPr>
        <p:sp>
          <p:nvSpPr>
            <p:cNvPr id="2100" name="Google Shape;2100;p67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67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67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67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67"/>
            <p:cNvSpPr/>
            <p:nvPr/>
          </p:nvSpPr>
          <p:spPr>
            <a:xfrm>
              <a:off x="-3633259" y="-49702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67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67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07" name="Google Shape;2107;p67"/>
          <p:cNvGrpSpPr/>
          <p:nvPr/>
        </p:nvGrpSpPr>
        <p:grpSpPr>
          <a:xfrm>
            <a:off x="7934047" y="1528575"/>
            <a:ext cx="1929500" cy="2210100"/>
            <a:chOff x="295725" y="-3462825"/>
            <a:chExt cx="1929500" cy="2210100"/>
          </a:xfrm>
        </p:grpSpPr>
        <p:sp>
          <p:nvSpPr>
            <p:cNvPr id="2108" name="Google Shape;2108;p67"/>
            <p:cNvSpPr/>
            <p:nvPr/>
          </p:nvSpPr>
          <p:spPr>
            <a:xfrm>
              <a:off x="1089425" y="-3462825"/>
              <a:ext cx="700025" cy="959400"/>
            </a:xfrm>
            <a:custGeom>
              <a:rect b="b" l="l" r="r" t="t"/>
              <a:pathLst>
                <a:path extrusionOk="0" h="38376" w="28001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67"/>
            <p:cNvSpPr/>
            <p:nvPr/>
          </p:nvSpPr>
          <p:spPr>
            <a:xfrm>
              <a:off x="1064875" y="-2535525"/>
              <a:ext cx="56950" cy="56925"/>
            </a:xfrm>
            <a:custGeom>
              <a:rect b="b" l="l" r="r" t="t"/>
              <a:pathLst>
                <a:path extrusionOk="0" h="2277" w="2278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67"/>
            <p:cNvSpPr/>
            <p:nvPr/>
          </p:nvSpPr>
          <p:spPr>
            <a:xfrm>
              <a:off x="1212200" y="-2944175"/>
              <a:ext cx="869900" cy="1026350"/>
            </a:xfrm>
            <a:custGeom>
              <a:rect b="b" l="l" r="r" t="t"/>
              <a:pathLst>
                <a:path extrusionOk="0" h="41054" w="34796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67"/>
            <p:cNvSpPr/>
            <p:nvPr/>
          </p:nvSpPr>
          <p:spPr>
            <a:xfrm>
              <a:off x="1577675" y="-2592175"/>
              <a:ext cx="155125" cy="154875"/>
            </a:xfrm>
            <a:custGeom>
              <a:rect b="b" l="l" r="r" t="t"/>
              <a:pathLst>
                <a:path extrusionOk="0" h="6195" w="6205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67"/>
            <p:cNvSpPr/>
            <p:nvPr/>
          </p:nvSpPr>
          <p:spPr>
            <a:xfrm>
              <a:off x="1188475" y="-1949950"/>
              <a:ext cx="56950" cy="56950"/>
            </a:xfrm>
            <a:custGeom>
              <a:rect b="b" l="l" r="r" t="t"/>
              <a:pathLst>
                <a:path extrusionOk="0" h="2278" w="2278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67"/>
            <p:cNvSpPr/>
            <p:nvPr/>
          </p:nvSpPr>
          <p:spPr>
            <a:xfrm>
              <a:off x="2043025" y="-3122375"/>
              <a:ext cx="38525" cy="38650"/>
            </a:xfrm>
            <a:custGeom>
              <a:rect b="b" l="l" r="r" t="t"/>
              <a:pathLst>
                <a:path extrusionOk="0" h="1546" w="1541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67"/>
            <p:cNvSpPr/>
            <p:nvPr/>
          </p:nvSpPr>
          <p:spPr>
            <a:xfrm>
              <a:off x="1472200" y="-3028150"/>
              <a:ext cx="522225" cy="509375"/>
            </a:xfrm>
            <a:custGeom>
              <a:rect b="b" l="l" r="r" t="t"/>
              <a:pathLst>
                <a:path extrusionOk="0" h="20375" w="20889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67"/>
            <p:cNvSpPr/>
            <p:nvPr/>
          </p:nvSpPr>
          <p:spPr>
            <a:xfrm>
              <a:off x="1384050" y="-2463000"/>
              <a:ext cx="38250" cy="38250"/>
            </a:xfrm>
            <a:custGeom>
              <a:rect b="b" l="l" r="r" t="t"/>
              <a:pathLst>
                <a:path extrusionOk="0" h="1530" w="153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67"/>
            <p:cNvSpPr/>
            <p:nvPr/>
          </p:nvSpPr>
          <p:spPr>
            <a:xfrm>
              <a:off x="1108400" y="-3240375"/>
              <a:ext cx="38250" cy="38650"/>
            </a:xfrm>
            <a:custGeom>
              <a:rect b="b" l="l" r="r" t="t"/>
              <a:pathLst>
                <a:path extrusionOk="0" h="1546" w="153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67"/>
            <p:cNvSpPr/>
            <p:nvPr/>
          </p:nvSpPr>
          <p:spPr>
            <a:xfrm>
              <a:off x="537050" y="-3146175"/>
              <a:ext cx="522775" cy="509125"/>
            </a:xfrm>
            <a:custGeom>
              <a:rect b="b" l="l" r="r" t="t"/>
              <a:pathLst>
                <a:path extrusionOk="0" h="20365" w="20911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67"/>
            <p:cNvSpPr/>
            <p:nvPr/>
          </p:nvSpPr>
          <p:spPr>
            <a:xfrm>
              <a:off x="449150" y="-2581150"/>
              <a:ext cx="38250" cy="38375"/>
            </a:xfrm>
            <a:custGeom>
              <a:rect b="b" l="l" r="r" t="t"/>
              <a:pathLst>
                <a:path extrusionOk="0" h="1535" w="153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67"/>
            <p:cNvSpPr/>
            <p:nvPr/>
          </p:nvSpPr>
          <p:spPr>
            <a:xfrm>
              <a:off x="1636250" y="-2122350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67"/>
            <p:cNvSpPr/>
            <p:nvPr/>
          </p:nvSpPr>
          <p:spPr>
            <a:xfrm>
              <a:off x="1711575" y="-2197675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67"/>
            <p:cNvSpPr/>
            <p:nvPr/>
          </p:nvSpPr>
          <p:spPr>
            <a:xfrm>
              <a:off x="1786900" y="-2273000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67"/>
            <p:cNvSpPr/>
            <p:nvPr/>
          </p:nvSpPr>
          <p:spPr>
            <a:xfrm>
              <a:off x="1862225" y="-2348325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67"/>
            <p:cNvSpPr/>
            <p:nvPr/>
          </p:nvSpPr>
          <p:spPr>
            <a:xfrm>
              <a:off x="1937550" y="-2423950"/>
              <a:ext cx="137025" cy="25425"/>
            </a:xfrm>
            <a:custGeom>
              <a:rect b="b" l="l" r="r" t="t"/>
              <a:pathLst>
                <a:path extrusionOk="0" h="1017" w="5481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67"/>
            <p:cNvSpPr/>
            <p:nvPr/>
          </p:nvSpPr>
          <p:spPr>
            <a:xfrm>
              <a:off x="2013150" y="-2499275"/>
              <a:ext cx="136750" cy="25150"/>
            </a:xfrm>
            <a:custGeom>
              <a:rect b="b" l="l" r="r" t="t"/>
              <a:pathLst>
                <a:path extrusionOk="0" h="1006" w="547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67"/>
            <p:cNvSpPr/>
            <p:nvPr/>
          </p:nvSpPr>
          <p:spPr>
            <a:xfrm>
              <a:off x="2088500" y="-2574600"/>
              <a:ext cx="136725" cy="25150"/>
            </a:xfrm>
            <a:custGeom>
              <a:rect b="b" l="l" r="r" t="t"/>
              <a:pathLst>
                <a:path extrusionOk="0" h="1006" w="5469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67"/>
            <p:cNvSpPr/>
            <p:nvPr/>
          </p:nvSpPr>
          <p:spPr>
            <a:xfrm>
              <a:off x="463950" y="-2710950"/>
              <a:ext cx="548500" cy="546775"/>
            </a:xfrm>
            <a:custGeom>
              <a:rect b="b" l="l" r="r" t="t"/>
              <a:pathLst>
                <a:path extrusionOk="0" h="21871" w="2194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67"/>
            <p:cNvSpPr/>
            <p:nvPr/>
          </p:nvSpPr>
          <p:spPr>
            <a:xfrm>
              <a:off x="942975" y="-1800075"/>
              <a:ext cx="549225" cy="547350"/>
            </a:xfrm>
            <a:custGeom>
              <a:rect b="b" l="l" r="r" t="t"/>
              <a:pathLst>
                <a:path extrusionOk="0" h="21894" w="21969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67"/>
            <p:cNvSpPr/>
            <p:nvPr/>
          </p:nvSpPr>
          <p:spPr>
            <a:xfrm>
              <a:off x="295725" y="-2356925"/>
              <a:ext cx="548500" cy="547050"/>
            </a:xfrm>
            <a:custGeom>
              <a:rect b="b" l="l" r="r" t="t"/>
              <a:pathLst>
                <a:path extrusionOk="0" h="21882" w="2194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67"/>
            <p:cNvSpPr/>
            <p:nvPr/>
          </p:nvSpPr>
          <p:spPr>
            <a:xfrm>
              <a:off x="1774900" y="-1975200"/>
              <a:ext cx="248600" cy="239275"/>
            </a:xfrm>
            <a:custGeom>
              <a:rect b="b" l="l" r="r" t="t"/>
              <a:pathLst>
                <a:path extrusionOk="0" h="9571" w="9944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67"/>
            <p:cNvSpPr/>
            <p:nvPr/>
          </p:nvSpPr>
          <p:spPr>
            <a:xfrm>
              <a:off x="1850800" y="-1908650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67"/>
            <p:cNvSpPr/>
            <p:nvPr/>
          </p:nvSpPr>
          <p:spPr>
            <a:xfrm>
              <a:off x="735125" y="-2028925"/>
              <a:ext cx="184150" cy="157950"/>
            </a:xfrm>
            <a:custGeom>
              <a:rect b="b" l="l" r="r" t="t"/>
              <a:pathLst>
                <a:path extrusionOk="0" h="6318" w="7366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67"/>
            <p:cNvSpPr/>
            <p:nvPr/>
          </p:nvSpPr>
          <p:spPr>
            <a:xfrm>
              <a:off x="803475" y="-1984150"/>
              <a:ext cx="74500" cy="69000"/>
            </a:xfrm>
            <a:custGeom>
              <a:rect b="b" l="l" r="r" t="t"/>
              <a:pathLst>
                <a:path extrusionOk="0" h="2760" w="298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3" name="Google Shape;2133;p67"/>
          <p:cNvGrpSpPr/>
          <p:nvPr/>
        </p:nvGrpSpPr>
        <p:grpSpPr>
          <a:xfrm rot="10800000">
            <a:off x="-510906" y="2675681"/>
            <a:ext cx="1803578" cy="1592367"/>
            <a:chOff x="-4912150" y="-393637"/>
            <a:chExt cx="2057000" cy="1816112"/>
          </a:xfrm>
        </p:grpSpPr>
        <p:sp>
          <p:nvSpPr>
            <p:cNvPr id="2134" name="Google Shape;2134;p67"/>
            <p:cNvSpPr/>
            <p:nvPr/>
          </p:nvSpPr>
          <p:spPr>
            <a:xfrm>
              <a:off x="-4604150" y="-280425"/>
              <a:ext cx="858750" cy="1117575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67"/>
            <p:cNvSpPr/>
            <p:nvPr/>
          </p:nvSpPr>
          <p:spPr>
            <a:xfrm>
              <a:off x="-3780300" y="-305525"/>
              <a:ext cx="62525" cy="57000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67"/>
            <p:cNvSpPr/>
            <p:nvPr/>
          </p:nvSpPr>
          <p:spPr>
            <a:xfrm>
              <a:off x="-4199050" y="281125"/>
              <a:ext cx="155150" cy="154850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67"/>
            <p:cNvSpPr/>
            <p:nvPr/>
          </p:nvSpPr>
          <p:spPr>
            <a:xfrm>
              <a:off x="-4514575" y="97000"/>
              <a:ext cx="740775" cy="896950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67"/>
            <p:cNvSpPr/>
            <p:nvPr/>
          </p:nvSpPr>
          <p:spPr>
            <a:xfrm>
              <a:off x="-3809300" y="72075"/>
              <a:ext cx="61400" cy="56825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67"/>
            <p:cNvSpPr/>
            <p:nvPr/>
          </p:nvSpPr>
          <p:spPr>
            <a:xfrm>
              <a:off x="-4203525" y="-330075"/>
              <a:ext cx="275400" cy="273925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67"/>
            <p:cNvSpPr/>
            <p:nvPr/>
          </p:nvSpPr>
          <p:spPr>
            <a:xfrm>
              <a:off x="-3964425" y="-355100"/>
              <a:ext cx="64750" cy="56950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67"/>
            <p:cNvSpPr/>
            <p:nvPr/>
          </p:nvSpPr>
          <p:spPr>
            <a:xfrm>
              <a:off x="-4230300" y="-88200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67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67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67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67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67"/>
            <p:cNvSpPr/>
            <p:nvPr/>
          </p:nvSpPr>
          <p:spPr>
            <a:xfrm>
              <a:off x="-3761575" y="553550"/>
              <a:ext cx="51025" cy="38375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67"/>
            <p:cNvSpPr/>
            <p:nvPr/>
          </p:nvSpPr>
          <p:spPr>
            <a:xfrm>
              <a:off x="-4478025" y="655725"/>
              <a:ext cx="666475" cy="651250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67"/>
            <p:cNvSpPr/>
            <p:nvPr/>
          </p:nvSpPr>
          <p:spPr>
            <a:xfrm>
              <a:off x="-4579025" y="1370700"/>
              <a:ext cx="46900" cy="38375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67"/>
            <p:cNvSpPr/>
            <p:nvPr/>
          </p:nvSpPr>
          <p:spPr>
            <a:xfrm>
              <a:off x="-4912150" y="393325"/>
              <a:ext cx="547675" cy="546850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67"/>
            <p:cNvSpPr/>
            <p:nvPr/>
          </p:nvSpPr>
          <p:spPr>
            <a:xfrm>
              <a:off x="-3508415" y="-393637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67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67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153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p68"/>
          <p:cNvSpPr txBox="1"/>
          <p:nvPr>
            <p:ph type="title"/>
          </p:nvPr>
        </p:nvSpPr>
        <p:spPr>
          <a:xfrm>
            <a:off x="1388100" y="556250"/>
            <a:ext cx="5904000" cy="40311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2155" name="Google Shape;2155;p68"/>
          <p:cNvGrpSpPr/>
          <p:nvPr/>
        </p:nvGrpSpPr>
        <p:grpSpPr>
          <a:xfrm flipH="1">
            <a:off x="7745597" y="3097813"/>
            <a:ext cx="1516025" cy="1489525"/>
            <a:chOff x="-3888525" y="-3012325"/>
            <a:chExt cx="1516025" cy="1489525"/>
          </a:xfrm>
        </p:grpSpPr>
        <p:sp>
          <p:nvSpPr>
            <p:cNvPr id="2156" name="Google Shape;2156;p68"/>
            <p:cNvSpPr/>
            <p:nvPr/>
          </p:nvSpPr>
          <p:spPr>
            <a:xfrm>
              <a:off x="-3076125" y="-3012325"/>
              <a:ext cx="38525" cy="38250"/>
            </a:xfrm>
            <a:custGeom>
              <a:rect b="b" l="l" r="r" t="t"/>
              <a:pathLst>
                <a:path extrusionOk="0" h="1530" w="1541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68"/>
            <p:cNvSpPr/>
            <p:nvPr/>
          </p:nvSpPr>
          <p:spPr>
            <a:xfrm>
              <a:off x="-3648325" y="-2918425"/>
              <a:ext cx="523950" cy="509300"/>
            </a:xfrm>
            <a:custGeom>
              <a:rect b="b" l="l" r="r" t="t"/>
              <a:pathLst>
                <a:path extrusionOk="0" h="20372" w="20958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68"/>
            <p:cNvSpPr/>
            <p:nvPr/>
          </p:nvSpPr>
          <p:spPr>
            <a:xfrm>
              <a:off x="-3742350" y="-2353475"/>
              <a:ext cx="53025" cy="38650"/>
            </a:xfrm>
            <a:custGeom>
              <a:rect b="b" l="l" r="r" t="t"/>
              <a:pathLst>
                <a:path extrusionOk="0" h="1546" w="2121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68"/>
            <p:cNvSpPr/>
            <p:nvPr/>
          </p:nvSpPr>
          <p:spPr>
            <a:xfrm>
              <a:off x="-3719475" y="-24833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68"/>
            <p:cNvSpPr/>
            <p:nvPr/>
          </p:nvSpPr>
          <p:spPr>
            <a:xfrm>
              <a:off x="-3888525" y="-2128825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68"/>
            <p:cNvSpPr/>
            <p:nvPr/>
          </p:nvSpPr>
          <p:spPr>
            <a:xfrm>
              <a:off x="-3626300" y="-1680825"/>
              <a:ext cx="184175" cy="158025"/>
            </a:xfrm>
            <a:custGeom>
              <a:rect b="b" l="l" r="r" t="t"/>
              <a:pathLst>
                <a:path extrusionOk="0" h="6321" w="7367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68"/>
            <p:cNvSpPr/>
            <p:nvPr/>
          </p:nvSpPr>
          <p:spPr>
            <a:xfrm>
              <a:off x="-3559050" y="-1636200"/>
              <a:ext cx="76175" cy="68900"/>
            </a:xfrm>
            <a:custGeom>
              <a:rect b="b" l="l" r="r" t="t"/>
              <a:pathLst>
                <a:path extrusionOk="0" h="2756" w="3047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68"/>
            <p:cNvSpPr/>
            <p:nvPr/>
          </p:nvSpPr>
          <p:spPr>
            <a:xfrm>
              <a:off x="-3151175" y="-2605875"/>
              <a:ext cx="752125" cy="750250"/>
            </a:xfrm>
            <a:custGeom>
              <a:rect b="b" l="l" r="r" t="t"/>
              <a:pathLst>
                <a:path extrusionOk="0" h="30010" w="30085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68"/>
            <p:cNvSpPr/>
            <p:nvPr/>
          </p:nvSpPr>
          <p:spPr>
            <a:xfrm>
              <a:off x="-2704800" y="-2461050"/>
              <a:ext cx="155150" cy="155150"/>
            </a:xfrm>
            <a:custGeom>
              <a:rect b="b" l="l" r="r" t="t"/>
              <a:pathLst>
                <a:path extrusionOk="0" h="6206" w="6206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68"/>
            <p:cNvSpPr/>
            <p:nvPr/>
          </p:nvSpPr>
          <p:spPr>
            <a:xfrm>
              <a:off x="-2435025" y="-2631025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68"/>
            <p:cNvSpPr/>
            <p:nvPr/>
          </p:nvSpPr>
          <p:spPr>
            <a:xfrm>
              <a:off x="-3175450" y="-1887725"/>
              <a:ext cx="56675" cy="56925"/>
            </a:xfrm>
            <a:custGeom>
              <a:rect b="b" l="l" r="r" t="t"/>
              <a:pathLst>
                <a:path extrusionOk="0" h="2277" w="2267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7" name="Google Shape;2167;p68"/>
          <p:cNvGrpSpPr/>
          <p:nvPr/>
        </p:nvGrpSpPr>
        <p:grpSpPr>
          <a:xfrm>
            <a:off x="7994347" y="735313"/>
            <a:ext cx="873188" cy="546900"/>
            <a:chOff x="1115510" y="4327288"/>
            <a:chExt cx="873188" cy="546900"/>
          </a:xfrm>
        </p:grpSpPr>
        <p:sp>
          <p:nvSpPr>
            <p:cNvPr id="2168" name="Google Shape;2168;p68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69" name="Google Shape;2169;p68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2170" name="Google Shape;2170;p68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1" name="Google Shape;2171;p68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2" name="Google Shape;2172;p68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73" name="Google Shape;2173;p68"/>
          <p:cNvGrpSpPr/>
          <p:nvPr/>
        </p:nvGrpSpPr>
        <p:grpSpPr>
          <a:xfrm flipH="1">
            <a:off x="6119781" y="4587350"/>
            <a:ext cx="713803" cy="706547"/>
            <a:chOff x="-4017975" y="616650"/>
            <a:chExt cx="814100" cy="805825"/>
          </a:xfrm>
        </p:grpSpPr>
        <p:sp>
          <p:nvSpPr>
            <p:cNvPr id="2174" name="Google Shape;2174;p68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68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68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68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8" name="Google Shape;2178;p68"/>
          <p:cNvGrpSpPr/>
          <p:nvPr/>
        </p:nvGrpSpPr>
        <p:grpSpPr>
          <a:xfrm>
            <a:off x="665435" y="-108237"/>
            <a:ext cx="1040638" cy="901375"/>
            <a:chOff x="948060" y="3972813"/>
            <a:chExt cx="1040638" cy="901375"/>
          </a:xfrm>
        </p:grpSpPr>
        <p:grpSp>
          <p:nvGrpSpPr>
            <p:cNvPr id="2179" name="Google Shape;2179;p68"/>
            <p:cNvGrpSpPr/>
            <p:nvPr/>
          </p:nvGrpSpPr>
          <p:grpSpPr>
            <a:xfrm flipH="1">
              <a:off x="948060" y="3972813"/>
              <a:ext cx="716725" cy="901375"/>
              <a:chOff x="-3888525" y="-2483300"/>
              <a:chExt cx="716725" cy="901375"/>
            </a:xfrm>
          </p:grpSpPr>
          <p:sp>
            <p:nvSpPr>
              <p:cNvPr id="2180" name="Google Shape;2180;p68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1" name="Google Shape;2181;p68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82" name="Google Shape;2182;p68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2183" name="Google Shape;2183;p68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4" name="Google Shape;2184;p68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5" name="Google Shape;2185;p68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186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Google Shape;2187;p69"/>
          <p:cNvSpPr txBox="1"/>
          <p:nvPr>
            <p:ph type="title"/>
          </p:nvPr>
        </p:nvSpPr>
        <p:spPr>
          <a:xfrm>
            <a:off x="782850" y="1013625"/>
            <a:ext cx="3435300" cy="1305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188" name="Google Shape;2188;p69"/>
          <p:cNvSpPr txBox="1"/>
          <p:nvPr>
            <p:ph idx="1" type="subTitle"/>
          </p:nvPr>
        </p:nvSpPr>
        <p:spPr>
          <a:xfrm>
            <a:off x="782850" y="2824875"/>
            <a:ext cx="3435300" cy="1305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2189" name="Google Shape;2189;p69"/>
          <p:cNvGrpSpPr/>
          <p:nvPr/>
        </p:nvGrpSpPr>
        <p:grpSpPr>
          <a:xfrm>
            <a:off x="8457538" y="810363"/>
            <a:ext cx="1040638" cy="901375"/>
            <a:chOff x="8457538" y="810363"/>
            <a:chExt cx="1040638" cy="901375"/>
          </a:xfrm>
        </p:grpSpPr>
        <p:grpSp>
          <p:nvGrpSpPr>
            <p:cNvPr id="2190" name="Google Shape;2190;p69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2191" name="Google Shape;2191;p69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2" name="Google Shape;2192;p69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3" name="Google Shape;2193;p69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2194" name="Google Shape;2194;p69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5" name="Google Shape;2195;p69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6" name="Google Shape;2196;p69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97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Google Shape;2198;p70"/>
          <p:cNvSpPr txBox="1"/>
          <p:nvPr>
            <p:ph type="title"/>
          </p:nvPr>
        </p:nvSpPr>
        <p:spPr>
          <a:xfrm>
            <a:off x="782850" y="1941300"/>
            <a:ext cx="5137800" cy="1260900"/>
          </a:xfrm>
          <a:prstGeom prst="rect">
            <a:avLst/>
          </a:prstGeom>
          <a:noFill/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99" name="Shape 2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0" name="Google Shape;2200;p71"/>
          <p:cNvSpPr txBox="1"/>
          <p:nvPr>
            <p:ph hasCustomPrompt="1" type="title"/>
          </p:nvPr>
        </p:nvSpPr>
        <p:spPr>
          <a:xfrm>
            <a:off x="1267387" y="1365025"/>
            <a:ext cx="6609300" cy="14079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201" name="Google Shape;2201;p71"/>
          <p:cNvSpPr txBox="1"/>
          <p:nvPr>
            <p:ph idx="1" type="subTitle"/>
          </p:nvPr>
        </p:nvSpPr>
        <p:spPr>
          <a:xfrm>
            <a:off x="1267375" y="3255875"/>
            <a:ext cx="6609300" cy="522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2202" name="Google Shape;2202;p71"/>
          <p:cNvGrpSpPr/>
          <p:nvPr/>
        </p:nvGrpSpPr>
        <p:grpSpPr>
          <a:xfrm flipH="1">
            <a:off x="6844388" y="3930543"/>
            <a:ext cx="1938846" cy="1720830"/>
            <a:chOff x="-1873362" y="2120543"/>
            <a:chExt cx="1938846" cy="1720830"/>
          </a:xfrm>
        </p:grpSpPr>
        <p:sp>
          <p:nvSpPr>
            <p:cNvPr id="2203" name="Google Shape;2203;p71"/>
            <p:cNvSpPr/>
            <p:nvPr/>
          </p:nvSpPr>
          <p:spPr>
            <a:xfrm>
              <a:off x="-1603307" y="2348270"/>
              <a:ext cx="752952" cy="979890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71"/>
            <p:cNvSpPr/>
            <p:nvPr/>
          </p:nvSpPr>
          <p:spPr>
            <a:xfrm>
              <a:off x="-880956" y="2326262"/>
              <a:ext cx="54822" cy="49978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71"/>
            <p:cNvSpPr/>
            <p:nvPr/>
          </p:nvSpPr>
          <p:spPr>
            <a:xfrm>
              <a:off x="-1248116" y="2840637"/>
              <a:ext cx="136036" cy="135772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71"/>
            <p:cNvSpPr/>
            <p:nvPr/>
          </p:nvSpPr>
          <p:spPr>
            <a:xfrm>
              <a:off x="-1524768" y="2679196"/>
              <a:ext cx="649512" cy="786446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71"/>
            <p:cNvSpPr/>
            <p:nvPr/>
          </p:nvSpPr>
          <p:spPr>
            <a:xfrm>
              <a:off x="-906383" y="2657342"/>
              <a:ext cx="53836" cy="49824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71"/>
            <p:cNvSpPr/>
            <p:nvPr/>
          </p:nvSpPr>
          <p:spPr>
            <a:xfrm>
              <a:off x="-1252039" y="2304737"/>
              <a:ext cx="241471" cy="240177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71"/>
            <p:cNvSpPr/>
            <p:nvPr/>
          </p:nvSpPr>
          <p:spPr>
            <a:xfrm>
              <a:off x="-1042397" y="2282795"/>
              <a:ext cx="56773" cy="49934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71"/>
            <p:cNvSpPr/>
            <p:nvPr/>
          </p:nvSpPr>
          <p:spPr>
            <a:xfrm>
              <a:off x="-1275516" y="2516813"/>
              <a:ext cx="54822" cy="49802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71"/>
            <p:cNvSpPr/>
            <p:nvPr/>
          </p:nvSpPr>
          <p:spPr>
            <a:xfrm>
              <a:off x="-1067824" y="3161765"/>
              <a:ext cx="659200" cy="657841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71"/>
            <p:cNvSpPr/>
            <p:nvPr/>
          </p:nvSpPr>
          <p:spPr>
            <a:xfrm>
              <a:off x="-676683" y="3289011"/>
              <a:ext cx="136014" cy="135772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71"/>
            <p:cNvSpPr/>
            <p:nvPr/>
          </p:nvSpPr>
          <p:spPr>
            <a:xfrm>
              <a:off x="-429382" y="3134825"/>
              <a:ext cx="53836" cy="50065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71"/>
            <p:cNvSpPr/>
            <p:nvPr/>
          </p:nvSpPr>
          <p:spPr>
            <a:xfrm>
              <a:off x="-1089349" y="3791702"/>
              <a:ext cx="49912" cy="49671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71"/>
            <p:cNvSpPr/>
            <p:nvPr/>
          </p:nvSpPr>
          <p:spPr>
            <a:xfrm>
              <a:off x="-864538" y="3079499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71"/>
            <p:cNvSpPr/>
            <p:nvPr/>
          </p:nvSpPr>
          <p:spPr>
            <a:xfrm>
              <a:off x="-1492721" y="3169086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71"/>
            <p:cNvSpPr/>
            <p:nvPr/>
          </p:nvSpPr>
          <p:spPr>
            <a:xfrm>
              <a:off x="-1581278" y="3795976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71"/>
            <p:cNvSpPr/>
            <p:nvPr/>
          </p:nvSpPr>
          <p:spPr>
            <a:xfrm>
              <a:off x="-1873362" y="2939014"/>
              <a:ext cx="480201" cy="479478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71"/>
            <p:cNvSpPr/>
            <p:nvPr/>
          </p:nvSpPr>
          <p:spPr>
            <a:xfrm>
              <a:off x="-414717" y="2120543"/>
              <a:ext cx="480201" cy="47989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71"/>
            <p:cNvSpPr/>
            <p:nvPr/>
          </p:nvSpPr>
          <p:spPr>
            <a:xfrm>
              <a:off x="-287757" y="2820734"/>
              <a:ext cx="217972" cy="209731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71"/>
            <p:cNvSpPr/>
            <p:nvPr/>
          </p:nvSpPr>
          <p:spPr>
            <a:xfrm>
              <a:off x="-221208" y="2878778"/>
              <a:ext cx="93204" cy="93467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22" name="Google Shape;2222;p71"/>
          <p:cNvGrpSpPr/>
          <p:nvPr/>
        </p:nvGrpSpPr>
        <p:grpSpPr>
          <a:xfrm flipH="1">
            <a:off x="1408072" y="4117288"/>
            <a:ext cx="1929500" cy="2210100"/>
            <a:chOff x="295725" y="-3462825"/>
            <a:chExt cx="1929500" cy="2210100"/>
          </a:xfrm>
        </p:grpSpPr>
        <p:sp>
          <p:nvSpPr>
            <p:cNvPr id="2223" name="Google Shape;2223;p71"/>
            <p:cNvSpPr/>
            <p:nvPr/>
          </p:nvSpPr>
          <p:spPr>
            <a:xfrm>
              <a:off x="1089425" y="-3462825"/>
              <a:ext cx="700025" cy="959400"/>
            </a:xfrm>
            <a:custGeom>
              <a:rect b="b" l="l" r="r" t="t"/>
              <a:pathLst>
                <a:path extrusionOk="0" h="38376" w="28001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71"/>
            <p:cNvSpPr/>
            <p:nvPr/>
          </p:nvSpPr>
          <p:spPr>
            <a:xfrm>
              <a:off x="1064875" y="-2535525"/>
              <a:ext cx="56950" cy="56925"/>
            </a:xfrm>
            <a:custGeom>
              <a:rect b="b" l="l" r="r" t="t"/>
              <a:pathLst>
                <a:path extrusionOk="0" h="2277" w="2278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71"/>
            <p:cNvSpPr/>
            <p:nvPr/>
          </p:nvSpPr>
          <p:spPr>
            <a:xfrm>
              <a:off x="1212200" y="-2944175"/>
              <a:ext cx="869900" cy="1026350"/>
            </a:xfrm>
            <a:custGeom>
              <a:rect b="b" l="l" r="r" t="t"/>
              <a:pathLst>
                <a:path extrusionOk="0" h="41054" w="34796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71"/>
            <p:cNvSpPr/>
            <p:nvPr/>
          </p:nvSpPr>
          <p:spPr>
            <a:xfrm>
              <a:off x="1577675" y="-2592175"/>
              <a:ext cx="155125" cy="154875"/>
            </a:xfrm>
            <a:custGeom>
              <a:rect b="b" l="l" r="r" t="t"/>
              <a:pathLst>
                <a:path extrusionOk="0" h="6195" w="6205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71"/>
            <p:cNvSpPr/>
            <p:nvPr/>
          </p:nvSpPr>
          <p:spPr>
            <a:xfrm>
              <a:off x="1188475" y="-1949950"/>
              <a:ext cx="56950" cy="56950"/>
            </a:xfrm>
            <a:custGeom>
              <a:rect b="b" l="l" r="r" t="t"/>
              <a:pathLst>
                <a:path extrusionOk="0" h="2278" w="2278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71"/>
            <p:cNvSpPr/>
            <p:nvPr/>
          </p:nvSpPr>
          <p:spPr>
            <a:xfrm>
              <a:off x="2043025" y="-3122375"/>
              <a:ext cx="38525" cy="38650"/>
            </a:xfrm>
            <a:custGeom>
              <a:rect b="b" l="l" r="r" t="t"/>
              <a:pathLst>
                <a:path extrusionOk="0" h="1546" w="1541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71"/>
            <p:cNvSpPr/>
            <p:nvPr/>
          </p:nvSpPr>
          <p:spPr>
            <a:xfrm>
              <a:off x="1472200" y="-3028150"/>
              <a:ext cx="522225" cy="509375"/>
            </a:xfrm>
            <a:custGeom>
              <a:rect b="b" l="l" r="r" t="t"/>
              <a:pathLst>
                <a:path extrusionOk="0" h="20375" w="20889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71"/>
            <p:cNvSpPr/>
            <p:nvPr/>
          </p:nvSpPr>
          <p:spPr>
            <a:xfrm>
              <a:off x="1384050" y="-2463000"/>
              <a:ext cx="38250" cy="38250"/>
            </a:xfrm>
            <a:custGeom>
              <a:rect b="b" l="l" r="r" t="t"/>
              <a:pathLst>
                <a:path extrusionOk="0" h="1530" w="153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71"/>
            <p:cNvSpPr/>
            <p:nvPr/>
          </p:nvSpPr>
          <p:spPr>
            <a:xfrm>
              <a:off x="1108400" y="-3240375"/>
              <a:ext cx="38250" cy="38650"/>
            </a:xfrm>
            <a:custGeom>
              <a:rect b="b" l="l" r="r" t="t"/>
              <a:pathLst>
                <a:path extrusionOk="0" h="1546" w="153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71"/>
            <p:cNvSpPr/>
            <p:nvPr/>
          </p:nvSpPr>
          <p:spPr>
            <a:xfrm>
              <a:off x="537050" y="-3146175"/>
              <a:ext cx="522775" cy="509125"/>
            </a:xfrm>
            <a:custGeom>
              <a:rect b="b" l="l" r="r" t="t"/>
              <a:pathLst>
                <a:path extrusionOk="0" h="20365" w="20911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71"/>
            <p:cNvSpPr/>
            <p:nvPr/>
          </p:nvSpPr>
          <p:spPr>
            <a:xfrm>
              <a:off x="449150" y="-2581150"/>
              <a:ext cx="38250" cy="38375"/>
            </a:xfrm>
            <a:custGeom>
              <a:rect b="b" l="l" r="r" t="t"/>
              <a:pathLst>
                <a:path extrusionOk="0" h="1535" w="153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71"/>
            <p:cNvSpPr/>
            <p:nvPr/>
          </p:nvSpPr>
          <p:spPr>
            <a:xfrm>
              <a:off x="1636250" y="-2122350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71"/>
            <p:cNvSpPr/>
            <p:nvPr/>
          </p:nvSpPr>
          <p:spPr>
            <a:xfrm>
              <a:off x="1711575" y="-2197675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71"/>
            <p:cNvSpPr/>
            <p:nvPr/>
          </p:nvSpPr>
          <p:spPr>
            <a:xfrm>
              <a:off x="1786900" y="-2273000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71"/>
            <p:cNvSpPr/>
            <p:nvPr/>
          </p:nvSpPr>
          <p:spPr>
            <a:xfrm>
              <a:off x="1862225" y="-2348325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71"/>
            <p:cNvSpPr/>
            <p:nvPr/>
          </p:nvSpPr>
          <p:spPr>
            <a:xfrm>
              <a:off x="1937550" y="-2423950"/>
              <a:ext cx="137025" cy="25425"/>
            </a:xfrm>
            <a:custGeom>
              <a:rect b="b" l="l" r="r" t="t"/>
              <a:pathLst>
                <a:path extrusionOk="0" h="1017" w="5481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71"/>
            <p:cNvSpPr/>
            <p:nvPr/>
          </p:nvSpPr>
          <p:spPr>
            <a:xfrm>
              <a:off x="2013150" y="-2499275"/>
              <a:ext cx="136750" cy="25150"/>
            </a:xfrm>
            <a:custGeom>
              <a:rect b="b" l="l" r="r" t="t"/>
              <a:pathLst>
                <a:path extrusionOk="0" h="1006" w="547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71"/>
            <p:cNvSpPr/>
            <p:nvPr/>
          </p:nvSpPr>
          <p:spPr>
            <a:xfrm>
              <a:off x="2088500" y="-2574600"/>
              <a:ext cx="136725" cy="25150"/>
            </a:xfrm>
            <a:custGeom>
              <a:rect b="b" l="l" r="r" t="t"/>
              <a:pathLst>
                <a:path extrusionOk="0" h="1006" w="5469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71"/>
            <p:cNvSpPr/>
            <p:nvPr/>
          </p:nvSpPr>
          <p:spPr>
            <a:xfrm>
              <a:off x="463950" y="-2710950"/>
              <a:ext cx="548500" cy="546775"/>
            </a:xfrm>
            <a:custGeom>
              <a:rect b="b" l="l" r="r" t="t"/>
              <a:pathLst>
                <a:path extrusionOk="0" h="21871" w="2194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71"/>
            <p:cNvSpPr/>
            <p:nvPr/>
          </p:nvSpPr>
          <p:spPr>
            <a:xfrm>
              <a:off x="942975" y="-1800075"/>
              <a:ext cx="549225" cy="547350"/>
            </a:xfrm>
            <a:custGeom>
              <a:rect b="b" l="l" r="r" t="t"/>
              <a:pathLst>
                <a:path extrusionOk="0" h="21894" w="21969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71"/>
            <p:cNvSpPr/>
            <p:nvPr/>
          </p:nvSpPr>
          <p:spPr>
            <a:xfrm>
              <a:off x="295725" y="-2356925"/>
              <a:ext cx="548500" cy="547050"/>
            </a:xfrm>
            <a:custGeom>
              <a:rect b="b" l="l" r="r" t="t"/>
              <a:pathLst>
                <a:path extrusionOk="0" h="21882" w="2194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71"/>
            <p:cNvSpPr/>
            <p:nvPr/>
          </p:nvSpPr>
          <p:spPr>
            <a:xfrm>
              <a:off x="1774900" y="-1975200"/>
              <a:ext cx="248600" cy="239275"/>
            </a:xfrm>
            <a:custGeom>
              <a:rect b="b" l="l" r="r" t="t"/>
              <a:pathLst>
                <a:path extrusionOk="0" h="9571" w="9944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71"/>
            <p:cNvSpPr/>
            <p:nvPr/>
          </p:nvSpPr>
          <p:spPr>
            <a:xfrm>
              <a:off x="1850800" y="-1908650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71"/>
            <p:cNvSpPr/>
            <p:nvPr/>
          </p:nvSpPr>
          <p:spPr>
            <a:xfrm>
              <a:off x="735125" y="-2028925"/>
              <a:ext cx="184150" cy="157950"/>
            </a:xfrm>
            <a:custGeom>
              <a:rect b="b" l="l" r="r" t="t"/>
              <a:pathLst>
                <a:path extrusionOk="0" h="6318" w="7366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71"/>
            <p:cNvSpPr/>
            <p:nvPr/>
          </p:nvSpPr>
          <p:spPr>
            <a:xfrm>
              <a:off x="803475" y="-1984150"/>
              <a:ext cx="74500" cy="69000"/>
            </a:xfrm>
            <a:custGeom>
              <a:rect b="b" l="l" r="r" t="t"/>
              <a:pathLst>
                <a:path extrusionOk="0" h="2760" w="298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48" name="Google Shape;2248;p71"/>
          <p:cNvGrpSpPr/>
          <p:nvPr/>
        </p:nvGrpSpPr>
        <p:grpSpPr>
          <a:xfrm flipH="1">
            <a:off x="6292047" y="-450687"/>
            <a:ext cx="1516025" cy="1489525"/>
            <a:chOff x="-3888525" y="-3012325"/>
            <a:chExt cx="1516025" cy="1489525"/>
          </a:xfrm>
        </p:grpSpPr>
        <p:sp>
          <p:nvSpPr>
            <p:cNvPr id="2249" name="Google Shape;2249;p71"/>
            <p:cNvSpPr/>
            <p:nvPr/>
          </p:nvSpPr>
          <p:spPr>
            <a:xfrm>
              <a:off x="-3076125" y="-3012325"/>
              <a:ext cx="38525" cy="38250"/>
            </a:xfrm>
            <a:custGeom>
              <a:rect b="b" l="l" r="r" t="t"/>
              <a:pathLst>
                <a:path extrusionOk="0" h="1530" w="1541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71"/>
            <p:cNvSpPr/>
            <p:nvPr/>
          </p:nvSpPr>
          <p:spPr>
            <a:xfrm>
              <a:off x="-3648325" y="-2918425"/>
              <a:ext cx="523950" cy="509300"/>
            </a:xfrm>
            <a:custGeom>
              <a:rect b="b" l="l" r="r" t="t"/>
              <a:pathLst>
                <a:path extrusionOk="0" h="20372" w="20958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71"/>
            <p:cNvSpPr/>
            <p:nvPr/>
          </p:nvSpPr>
          <p:spPr>
            <a:xfrm>
              <a:off x="-3742350" y="-2353475"/>
              <a:ext cx="53025" cy="38650"/>
            </a:xfrm>
            <a:custGeom>
              <a:rect b="b" l="l" r="r" t="t"/>
              <a:pathLst>
                <a:path extrusionOk="0" h="1546" w="2121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71"/>
            <p:cNvSpPr/>
            <p:nvPr/>
          </p:nvSpPr>
          <p:spPr>
            <a:xfrm>
              <a:off x="-3719475" y="-24833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71"/>
            <p:cNvSpPr/>
            <p:nvPr/>
          </p:nvSpPr>
          <p:spPr>
            <a:xfrm>
              <a:off x="-3888525" y="-2128825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71"/>
            <p:cNvSpPr/>
            <p:nvPr/>
          </p:nvSpPr>
          <p:spPr>
            <a:xfrm>
              <a:off x="-3626300" y="-1680825"/>
              <a:ext cx="184175" cy="158025"/>
            </a:xfrm>
            <a:custGeom>
              <a:rect b="b" l="l" r="r" t="t"/>
              <a:pathLst>
                <a:path extrusionOk="0" h="6321" w="7367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71"/>
            <p:cNvSpPr/>
            <p:nvPr/>
          </p:nvSpPr>
          <p:spPr>
            <a:xfrm>
              <a:off x="-3559050" y="-1636200"/>
              <a:ext cx="76175" cy="68900"/>
            </a:xfrm>
            <a:custGeom>
              <a:rect b="b" l="l" r="r" t="t"/>
              <a:pathLst>
                <a:path extrusionOk="0" h="2756" w="3047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71"/>
            <p:cNvSpPr/>
            <p:nvPr/>
          </p:nvSpPr>
          <p:spPr>
            <a:xfrm>
              <a:off x="-3151175" y="-2605875"/>
              <a:ext cx="752125" cy="750250"/>
            </a:xfrm>
            <a:custGeom>
              <a:rect b="b" l="l" r="r" t="t"/>
              <a:pathLst>
                <a:path extrusionOk="0" h="30010" w="30085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71"/>
            <p:cNvSpPr/>
            <p:nvPr/>
          </p:nvSpPr>
          <p:spPr>
            <a:xfrm>
              <a:off x="-2704800" y="-2461050"/>
              <a:ext cx="155150" cy="155150"/>
            </a:xfrm>
            <a:custGeom>
              <a:rect b="b" l="l" r="r" t="t"/>
              <a:pathLst>
                <a:path extrusionOk="0" h="6206" w="6206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71"/>
            <p:cNvSpPr/>
            <p:nvPr/>
          </p:nvSpPr>
          <p:spPr>
            <a:xfrm>
              <a:off x="-2435025" y="-2631025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71"/>
            <p:cNvSpPr/>
            <p:nvPr/>
          </p:nvSpPr>
          <p:spPr>
            <a:xfrm>
              <a:off x="-3175450" y="-1887725"/>
              <a:ext cx="56675" cy="56925"/>
            </a:xfrm>
            <a:custGeom>
              <a:rect b="b" l="l" r="r" t="t"/>
              <a:pathLst>
                <a:path extrusionOk="0" h="2277" w="2267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0" name="Google Shape;2260;p71"/>
          <p:cNvGrpSpPr/>
          <p:nvPr/>
        </p:nvGrpSpPr>
        <p:grpSpPr>
          <a:xfrm flipH="1">
            <a:off x="-128787" y="-450682"/>
            <a:ext cx="1938846" cy="1720830"/>
            <a:chOff x="-1873362" y="2120543"/>
            <a:chExt cx="1938846" cy="1720830"/>
          </a:xfrm>
        </p:grpSpPr>
        <p:sp>
          <p:nvSpPr>
            <p:cNvPr id="2261" name="Google Shape;2261;p71"/>
            <p:cNvSpPr/>
            <p:nvPr/>
          </p:nvSpPr>
          <p:spPr>
            <a:xfrm>
              <a:off x="-1603307" y="2348270"/>
              <a:ext cx="752952" cy="979890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71"/>
            <p:cNvSpPr/>
            <p:nvPr/>
          </p:nvSpPr>
          <p:spPr>
            <a:xfrm>
              <a:off x="-880956" y="2326262"/>
              <a:ext cx="54822" cy="49978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71"/>
            <p:cNvSpPr/>
            <p:nvPr/>
          </p:nvSpPr>
          <p:spPr>
            <a:xfrm>
              <a:off x="-1248116" y="2840637"/>
              <a:ext cx="136036" cy="135772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71"/>
            <p:cNvSpPr/>
            <p:nvPr/>
          </p:nvSpPr>
          <p:spPr>
            <a:xfrm>
              <a:off x="-1524768" y="2679196"/>
              <a:ext cx="649512" cy="786446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71"/>
            <p:cNvSpPr/>
            <p:nvPr/>
          </p:nvSpPr>
          <p:spPr>
            <a:xfrm>
              <a:off x="-906383" y="2657342"/>
              <a:ext cx="53836" cy="49824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71"/>
            <p:cNvSpPr/>
            <p:nvPr/>
          </p:nvSpPr>
          <p:spPr>
            <a:xfrm>
              <a:off x="-1252039" y="2304737"/>
              <a:ext cx="241471" cy="240177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71"/>
            <p:cNvSpPr/>
            <p:nvPr/>
          </p:nvSpPr>
          <p:spPr>
            <a:xfrm>
              <a:off x="-1042397" y="2282795"/>
              <a:ext cx="56773" cy="49934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71"/>
            <p:cNvSpPr/>
            <p:nvPr/>
          </p:nvSpPr>
          <p:spPr>
            <a:xfrm>
              <a:off x="-1275516" y="2516813"/>
              <a:ext cx="54822" cy="49802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71"/>
            <p:cNvSpPr/>
            <p:nvPr/>
          </p:nvSpPr>
          <p:spPr>
            <a:xfrm>
              <a:off x="-1067824" y="3161765"/>
              <a:ext cx="659200" cy="657841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71"/>
            <p:cNvSpPr/>
            <p:nvPr/>
          </p:nvSpPr>
          <p:spPr>
            <a:xfrm>
              <a:off x="-676683" y="3289011"/>
              <a:ext cx="136014" cy="135772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71"/>
            <p:cNvSpPr/>
            <p:nvPr/>
          </p:nvSpPr>
          <p:spPr>
            <a:xfrm>
              <a:off x="-429382" y="3134825"/>
              <a:ext cx="53836" cy="50065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71"/>
            <p:cNvSpPr/>
            <p:nvPr/>
          </p:nvSpPr>
          <p:spPr>
            <a:xfrm>
              <a:off x="-1089349" y="3791702"/>
              <a:ext cx="49912" cy="49671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71"/>
            <p:cNvSpPr/>
            <p:nvPr/>
          </p:nvSpPr>
          <p:spPr>
            <a:xfrm>
              <a:off x="-864538" y="3079499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71"/>
            <p:cNvSpPr/>
            <p:nvPr/>
          </p:nvSpPr>
          <p:spPr>
            <a:xfrm>
              <a:off x="-1492721" y="3169086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71"/>
            <p:cNvSpPr/>
            <p:nvPr/>
          </p:nvSpPr>
          <p:spPr>
            <a:xfrm>
              <a:off x="-1581278" y="3795976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71"/>
            <p:cNvSpPr/>
            <p:nvPr/>
          </p:nvSpPr>
          <p:spPr>
            <a:xfrm>
              <a:off x="-1873362" y="2939014"/>
              <a:ext cx="480201" cy="479478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71"/>
            <p:cNvSpPr/>
            <p:nvPr/>
          </p:nvSpPr>
          <p:spPr>
            <a:xfrm>
              <a:off x="-414717" y="2120543"/>
              <a:ext cx="480201" cy="47989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71"/>
            <p:cNvSpPr/>
            <p:nvPr/>
          </p:nvSpPr>
          <p:spPr>
            <a:xfrm>
              <a:off x="-287757" y="2820734"/>
              <a:ext cx="217972" cy="209731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71"/>
            <p:cNvSpPr/>
            <p:nvPr/>
          </p:nvSpPr>
          <p:spPr>
            <a:xfrm>
              <a:off x="-221208" y="2878778"/>
              <a:ext cx="93204" cy="93467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2"/>
        </a:solidFill>
      </p:bgPr>
    </p:bg>
    <p:spTree>
      <p:nvGrpSpPr>
        <p:cNvPr id="2280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281" name="Shape 2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Google Shape;2282;p73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83" name="Google Shape;2283;p73"/>
          <p:cNvSpPr txBox="1"/>
          <p:nvPr>
            <p:ph hasCustomPrompt="1" idx="2" type="title"/>
          </p:nvPr>
        </p:nvSpPr>
        <p:spPr>
          <a:xfrm flipH="1">
            <a:off x="1033550" y="1377577"/>
            <a:ext cx="9405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1" sz="4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2284" name="Google Shape;2284;p73"/>
          <p:cNvSpPr txBox="1"/>
          <p:nvPr>
            <p:ph idx="1" type="subTitle"/>
          </p:nvPr>
        </p:nvSpPr>
        <p:spPr>
          <a:xfrm>
            <a:off x="1033550" y="2480675"/>
            <a:ext cx="2636100" cy="381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5" name="Google Shape;2285;p73"/>
          <p:cNvSpPr txBox="1"/>
          <p:nvPr>
            <p:ph idx="3" type="subTitle"/>
          </p:nvPr>
        </p:nvSpPr>
        <p:spPr>
          <a:xfrm>
            <a:off x="1033550" y="1945416"/>
            <a:ext cx="31929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6" name="Google Shape;2286;p73"/>
          <p:cNvSpPr txBox="1"/>
          <p:nvPr>
            <p:ph hasCustomPrompt="1" idx="4" type="title"/>
          </p:nvPr>
        </p:nvSpPr>
        <p:spPr>
          <a:xfrm flipH="1">
            <a:off x="1033525" y="3039450"/>
            <a:ext cx="9405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1" sz="4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2287" name="Google Shape;2287;p73"/>
          <p:cNvSpPr txBox="1"/>
          <p:nvPr>
            <p:ph idx="5" type="subTitle"/>
          </p:nvPr>
        </p:nvSpPr>
        <p:spPr>
          <a:xfrm>
            <a:off x="1033550" y="4167677"/>
            <a:ext cx="2636100" cy="381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8" name="Google Shape;2288;p73"/>
          <p:cNvSpPr txBox="1"/>
          <p:nvPr>
            <p:ph idx="6" type="subTitle"/>
          </p:nvPr>
        </p:nvSpPr>
        <p:spPr>
          <a:xfrm>
            <a:off x="1033550" y="3613450"/>
            <a:ext cx="31929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9" name="Google Shape;2289;p73"/>
          <p:cNvSpPr txBox="1"/>
          <p:nvPr>
            <p:ph hasCustomPrompt="1" idx="7" type="title"/>
          </p:nvPr>
        </p:nvSpPr>
        <p:spPr>
          <a:xfrm flipH="1">
            <a:off x="7169950" y="1377578"/>
            <a:ext cx="9405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b="1" sz="4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2290" name="Google Shape;2290;p73"/>
          <p:cNvSpPr txBox="1"/>
          <p:nvPr>
            <p:ph idx="8" type="subTitle"/>
          </p:nvPr>
        </p:nvSpPr>
        <p:spPr>
          <a:xfrm>
            <a:off x="5474325" y="2480675"/>
            <a:ext cx="2636100" cy="381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1" name="Google Shape;2291;p73"/>
          <p:cNvSpPr txBox="1"/>
          <p:nvPr>
            <p:ph idx="9" type="subTitle"/>
          </p:nvPr>
        </p:nvSpPr>
        <p:spPr>
          <a:xfrm>
            <a:off x="4917550" y="1945416"/>
            <a:ext cx="31929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2" name="Google Shape;2292;p73"/>
          <p:cNvSpPr txBox="1"/>
          <p:nvPr>
            <p:ph hasCustomPrompt="1" idx="13" type="title"/>
          </p:nvPr>
        </p:nvSpPr>
        <p:spPr>
          <a:xfrm flipH="1">
            <a:off x="7169950" y="3039450"/>
            <a:ext cx="9405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b="1" sz="4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2293" name="Google Shape;2293;p73"/>
          <p:cNvSpPr txBox="1"/>
          <p:nvPr>
            <p:ph idx="14" type="subTitle"/>
          </p:nvPr>
        </p:nvSpPr>
        <p:spPr>
          <a:xfrm>
            <a:off x="5474325" y="4167677"/>
            <a:ext cx="2636100" cy="381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4" name="Google Shape;2294;p73"/>
          <p:cNvSpPr txBox="1"/>
          <p:nvPr>
            <p:ph idx="15" type="subTitle"/>
          </p:nvPr>
        </p:nvSpPr>
        <p:spPr>
          <a:xfrm>
            <a:off x="4917550" y="3613450"/>
            <a:ext cx="31929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295" name="Google Shape;2295;p73"/>
          <p:cNvGrpSpPr/>
          <p:nvPr/>
        </p:nvGrpSpPr>
        <p:grpSpPr>
          <a:xfrm>
            <a:off x="-969899" y="3989306"/>
            <a:ext cx="1803578" cy="1558580"/>
            <a:chOff x="-969899" y="3989306"/>
            <a:chExt cx="1803578" cy="1558580"/>
          </a:xfrm>
        </p:grpSpPr>
        <p:grpSp>
          <p:nvGrpSpPr>
            <p:cNvPr id="2296" name="Google Shape;2296;p73"/>
            <p:cNvGrpSpPr/>
            <p:nvPr/>
          </p:nvGrpSpPr>
          <p:grpSpPr>
            <a:xfrm>
              <a:off x="-699845" y="4032775"/>
              <a:ext cx="777174" cy="1001897"/>
              <a:chOff x="-699845" y="4032775"/>
              <a:chExt cx="777174" cy="1001897"/>
            </a:xfrm>
          </p:grpSpPr>
          <p:sp>
            <p:nvSpPr>
              <p:cNvPr id="2297" name="Google Shape;2297;p73"/>
              <p:cNvSpPr/>
              <p:nvPr/>
            </p:nvSpPr>
            <p:spPr>
              <a:xfrm>
                <a:off x="-699845" y="4054782"/>
                <a:ext cx="752952" cy="979890"/>
              </a:xfrm>
              <a:custGeom>
                <a:rect b="b" l="l" r="r" t="t"/>
                <a:pathLst>
                  <a:path extrusionOk="0" h="44703" w="34350">
                    <a:moveTo>
                      <a:pt x="34205" y="1"/>
                    </a:moveTo>
                    <a:cubicBezTo>
                      <a:pt x="34169" y="1"/>
                      <a:pt x="34132" y="15"/>
                      <a:pt x="34104" y="43"/>
                    </a:cubicBezTo>
                    <a:lnTo>
                      <a:pt x="23425" y="10722"/>
                    </a:lnTo>
                    <a:cubicBezTo>
                      <a:pt x="23402" y="10745"/>
                      <a:pt x="23391" y="10778"/>
                      <a:pt x="23391" y="10823"/>
                    </a:cubicBezTo>
                    <a:lnTo>
                      <a:pt x="23391" y="21168"/>
                    </a:lnTo>
                    <a:lnTo>
                      <a:pt x="90" y="44468"/>
                    </a:lnTo>
                    <a:cubicBezTo>
                      <a:pt x="1" y="44558"/>
                      <a:pt x="68" y="44703"/>
                      <a:pt x="191" y="44703"/>
                    </a:cubicBezTo>
                    <a:cubicBezTo>
                      <a:pt x="224" y="44703"/>
                      <a:pt x="258" y="44692"/>
                      <a:pt x="291" y="44669"/>
                    </a:cubicBezTo>
                    <a:lnTo>
                      <a:pt x="23626" y="21324"/>
                    </a:lnTo>
                    <a:cubicBezTo>
                      <a:pt x="23648" y="21301"/>
                      <a:pt x="23670" y="21257"/>
                      <a:pt x="23670" y="21223"/>
                    </a:cubicBezTo>
                    <a:lnTo>
                      <a:pt x="23670" y="10879"/>
                    </a:lnTo>
                    <a:lnTo>
                      <a:pt x="34305" y="244"/>
                    </a:lnTo>
                    <a:cubicBezTo>
                      <a:pt x="34350" y="188"/>
                      <a:pt x="34350" y="98"/>
                      <a:pt x="34305" y="43"/>
                    </a:cubicBezTo>
                    <a:cubicBezTo>
                      <a:pt x="34277" y="15"/>
                      <a:pt x="34241" y="1"/>
                      <a:pt x="34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8" name="Google Shape;2298;p73"/>
              <p:cNvSpPr/>
              <p:nvPr/>
            </p:nvSpPr>
            <p:spPr>
              <a:xfrm>
                <a:off x="22507" y="4032775"/>
                <a:ext cx="54822" cy="49978"/>
              </a:xfrm>
              <a:custGeom>
                <a:rect b="b" l="l" r="r" t="t"/>
                <a:pathLst>
                  <a:path extrusionOk="0" h="2280" w="2501">
                    <a:moveTo>
                      <a:pt x="1248" y="0"/>
                    </a:moveTo>
                    <a:cubicBezTo>
                      <a:pt x="738" y="0"/>
                      <a:pt x="270" y="354"/>
                      <a:pt x="146" y="879"/>
                    </a:cubicBezTo>
                    <a:cubicBezTo>
                      <a:pt x="1" y="1493"/>
                      <a:pt x="380" y="2107"/>
                      <a:pt x="994" y="2252"/>
                    </a:cubicBezTo>
                    <a:cubicBezTo>
                      <a:pt x="1077" y="2270"/>
                      <a:pt x="1161" y="2279"/>
                      <a:pt x="1243" y="2279"/>
                    </a:cubicBezTo>
                    <a:cubicBezTo>
                      <a:pt x="1757" y="2279"/>
                      <a:pt x="2231" y="1933"/>
                      <a:pt x="2356" y="1404"/>
                    </a:cubicBezTo>
                    <a:cubicBezTo>
                      <a:pt x="2501" y="790"/>
                      <a:pt x="2121" y="176"/>
                      <a:pt x="1507" y="31"/>
                    </a:cubicBezTo>
                    <a:cubicBezTo>
                      <a:pt x="1421" y="10"/>
                      <a:pt x="1334" y="0"/>
                      <a:pt x="12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9" name="Google Shape;2299;p73"/>
              <p:cNvSpPr/>
              <p:nvPr/>
            </p:nvSpPr>
            <p:spPr>
              <a:xfrm>
                <a:off x="-344653" y="4547149"/>
                <a:ext cx="136036" cy="135772"/>
              </a:xfrm>
              <a:custGeom>
                <a:rect b="b" l="l" r="r" t="t"/>
                <a:pathLst>
                  <a:path extrusionOk="0" h="6194" w="6206">
                    <a:moveTo>
                      <a:pt x="6149" y="0"/>
                    </a:moveTo>
                    <a:lnTo>
                      <a:pt x="1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4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00" name="Google Shape;2300;p73"/>
            <p:cNvSpPr/>
            <p:nvPr/>
          </p:nvSpPr>
          <p:spPr>
            <a:xfrm>
              <a:off x="-621306" y="4385709"/>
              <a:ext cx="649512" cy="786446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73"/>
            <p:cNvSpPr/>
            <p:nvPr/>
          </p:nvSpPr>
          <p:spPr>
            <a:xfrm>
              <a:off x="-2920" y="4363854"/>
              <a:ext cx="53836" cy="49824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73"/>
            <p:cNvSpPr/>
            <p:nvPr/>
          </p:nvSpPr>
          <p:spPr>
            <a:xfrm>
              <a:off x="-348577" y="4011249"/>
              <a:ext cx="241471" cy="240177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73"/>
            <p:cNvSpPr/>
            <p:nvPr/>
          </p:nvSpPr>
          <p:spPr>
            <a:xfrm>
              <a:off x="-138934" y="3989307"/>
              <a:ext cx="56773" cy="49934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73"/>
            <p:cNvSpPr/>
            <p:nvPr/>
          </p:nvSpPr>
          <p:spPr>
            <a:xfrm>
              <a:off x="-372053" y="4223325"/>
              <a:ext cx="54822" cy="49802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73"/>
            <p:cNvSpPr/>
            <p:nvPr/>
          </p:nvSpPr>
          <p:spPr>
            <a:xfrm>
              <a:off x="-164361" y="4868277"/>
              <a:ext cx="659200" cy="657841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73"/>
            <p:cNvSpPr/>
            <p:nvPr/>
          </p:nvSpPr>
          <p:spPr>
            <a:xfrm>
              <a:off x="226779" y="4995523"/>
              <a:ext cx="136014" cy="135772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73"/>
            <p:cNvSpPr/>
            <p:nvPr/>
          </p:nvSpPr>
          <p:spPr>
            <a:xfrm>
              <a:off x="474081" y="4841338"/>
              <a:ext cx="53836" cy="50065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73"/>
            <p:cNvSpPr/>
            <p:nvPr/>
          </p:nvSpPr>
          <p:spPr>
            <a:xfrm>
              <a:off x="-185887" y="5498214"/>
              <a:ext cx="49912" cy="49671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73"/>
            <p:cNvSpPr/>
            <p:nvPr/>
          </p:nvSpPr>
          <p:spPr>
            <a:xfrm>
              <a:off x="38925" y="4786012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73"/>
            <p:cNvSpPr/>
            <p:nvPr/>
          </p:nvSpPr>
          <p:spPr>
            <a:xfrm>
              <a:off x="-589259" y="4875599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73"/>
            <p:cNvSpPr/>
            <p:nvPr/>
          </p:nvSpPr>
          <p:spPr>
            <a:xfrm>
              <a:off x="-677815" y="5502489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73"/>
            <p:cNvSpPr/>
            <p:nvPr/>
          </p:nvSpPr>
          <p:spPr>
            <a:xfrm>
              <a:off x="-969899" y="4645526"/>
              <a:ext cx="480201" cy="479478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73"/>
            <p:cNvSpPr/>
            <p:nvPr/>
          </p:nvSpPr>
          <p:spPr>
            <a:xfrm>
              <a:off x="289933" y="3989306"/>
              <a:ext cx="480201" cy="47989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73"/>
            <p:cNvSpPr/>
            <p:nvPr/>
          </p:nvSpPr>
          <p:spPr>
            <a:xfrm>
              <a:off x="615706" y="4527246"/>
              <a:ext cx="217972" cy="209731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73"/>
            <p:cNvSpPr/>
            <p:nvPr/>
          </p:nvSpPr>
          <p:spPr>
            <a:xfrm>
              <a:off x="682255" y="4585290"/>
              <a:ext cx="93204" cy="93467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16" name="Google Shape;2316;p73"/>
          <p:cNvGrpSpPr/>
          <p:nvPr/>
        </p:nvGrpSpPr>
        <p:grpSpPr>
          <a:xfrm flipH="1">
            <a:off x="-74415" y="391900"/>
            <a:ext cx="1040638" cy="901375"/>
            <a:chOff x="948060" y="3972813"/>
            <a:chExt cx="1040638" cy="901375"/>
          </a:xfrm>
        </p:grpSpPr>
        <p:grpSp>
          <p:nvGrpSpPr>
            <p:cNvPr id="2317" name="Google Shape;2317;p73"/>
            <p:cNvGrpSpPr/>
            <p:nvPr/>
          </p:nvGrpSpPr>
          <p:grpSpPr>
            <a:xfrm flipH="1">
              <a:off x="948060" y="3972813"/>
              <a:ext cx="716725" cy="901375"/>
              <a:chOff x="-3888525" y="-2483300"/>
              <a:chExt cx="716725" cy="901375"/>
            </a:xfrm>
          </p:grpSpPr>
          <p:sp>
            <p:nvSpPr>
              <p:cNvPr id="2318" name="Google Shape;2318;p73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9" name="Google Shape;2319;p73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20" name="Google Shape;2320;p73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2321" name="Google Shape;2321;p73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2" name="Google Shape;2322;p73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3" name="Google Shape;2323;p73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24" name="Google Shape;2324;p73"/>
          <p:cNvGrpSpPr/>
          <p:nvPr/>
        </p:nvGrpSpPr>
        <p:grpSpPr>
          <a:xfrm>
            <a:off x="8530769" y="1433443"/>
            <a:ext cx="1019565" cy="1290805"/>
            <a:chOff x="-4017975" y="-49702"/>
            <a:chExt cx="1162825" cy="1472177"/>
          </a:xfrm>
        </p:grpSpPr>
        <p:sp>
          <p:nvSpPr>
            <p:cNvPr id="2325" name="Google Shape;2325;p73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73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73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73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73"/>
            <p:cNvSpPr/>
            <p:nvPr/>
          </p:nvSpPr>
          <p:spPr>
            <a:xfrm>
              <a:off x="-3633259" y="-49702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73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73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2332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p74"/>
          <p:cNvSpPr txBox="1"/>
          <p:nvPr>
            <p:ph type="title"/>
          </p:nvPr>
        </p:nvSpPr>
        <p:spPr>
          <a:xfrm>
            <a:off x="1940550" y="3438075"/>
            <a:ext cx="5262900" cy="363000"/>
          </a:xfrm>
          <a:prstGeom prst="rect">
            <a:avLst/>
          </a:prstGeom>
          <a:noFill/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b="1"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34" name="Google Shape;2334;p74"/>
          <p:cNvSpPr txBox="1"/>
          <p:nvPr>
            <p:ph idx="1" type="subTitle"/>
          </p:nvPr>
        </p:nvSpPr>
        <p:spPr>
          <a:xfrm>
            <a:off x="1940550" y="1342425"/>
            <a:ext cx="5262900" cy="1592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2335" name="Google Shape;2335;p74"/>
          <p:cNvGrpSpPr/>
          <p:nvPr/>
        </p:nvGrpSpPr>
        <p:grpSpPr>
          <a:xfrm>
            <a:off x="8103363" y="1111063"/>
            <a:ext cx="1040638" cy="901375"/>
            <a:chOff x="8457538" y="810363"/>
            <a:chExt cx="1040638" cy="901375"/>
          </a:xfrm>
        </p:grpSpPr>
        <p:grpSp>
          <p:nvGrpSpPr>
            <p:cNvPr id="2336" name="Google Shape;2336;p74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2337" name="Google Shape;2337;p74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8" name="Google Shape;2338;p74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39" name="Google Shape;2339;p74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2340" name="Google Shape;2340;p74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1" name="Google Shape;2341;p74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2" name="Google Shape;2342;p74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43" name="Google Shape;2343;p74"/>
          <p:cNvGrpSpPr/>
          <p:nvPr/>
        </p:nvGrpSpPr>
        <p:grpSpPr>
          <a:xfrm>
            <a:off x="214269" y="2098393"/>
            <a:ext cx="1019565" cy="1290805"/>
            <a:chOff x="-4017975" y="-49702"/>
            <a:chExt cx="1162825" cy="1472177"/>
          </a:xfrm>
        </p:grpSpPr>
        <p:sp>
          <p:nvSpPr>
            <p:cNvPr id="2344" name="Google Shape;2344;p74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74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74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74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74"/>
            <p:cNvSpPr/>
            <p:nvPr/>
          </p:nvSpPr>
          <p:spPr>
            <a:xfrm>
              <a:off x="-3633259" y="-49702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74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74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4">
    <p:spTree>
      <p:nvGrpSpPr>
        <p:cNvPr id="2351" name="Shape 2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2" name="Google Shape;2352;p75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53" name="Google Shape;2353;p75"/>
          <p:cNvGrpSpPr/>
          <p:nvPr/>
        </p:nvGrpSpPr>
        <p:grpSpPr>
          <a:xfrm>
            <a:off x="8289922" y="1760200"/>
            <a:ext cx="1369850" cy="1342825"/>
            <a:chOff x="-3742350" y="-3012325"/>
            <a:chExt cx="1369850" cy="1342825"/>
          </a:xfrm>
        </p:grpSpPr>
        <p:sp>
          <p:nvSpPr>
            <p:cNvPr id="2354" name="Google Shape;2354;p75"/>
            <p:cNvSpPr/>
            <p:nvPr/>
          </p:nvSpPr>
          <p:spPr>
            <a:xfrm>
              <a:off x="-3076125" y="-3012325"/>
              <a:ext cx="38525" cy="38250"/>
            </a:xfrm>
            <a:custGeom>
              <a:rect b="b" l="l" r="r" t="t"/>
              <a:pathLst>
                <a:path extrusionOk="0" h="1530" w="1541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75"/>
            <p:cNvSpPr/>
            <p:nvPr/>
          </p:nvSpPr>
          <p:spPr>
            <a:xfrm>
              <a:off x="-3648325" y="-2918425"/>
              <a:ext cx="523950" cy="509300"/>
            </a:xfrm>
            <a:custGeom>
              <a:rect b="b" l="l" r="r" t="t"/>
              <a:pathLst>
                <a:path extrusionOk="0" h="20372" w="20958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75"/>
            <p:cNvSpPr/>
            <p:nvPr/>
          </p:nvSpPr>
          <p:spPr>
            <a:xfrm>
              <a:off x="-3742350" y="-2353475"/>
              <a:ext cx="53025" cy="38650"/>
            </a:xfrm>
            <a:custGeom>
              <a:rect b="b" l="l" r="r" t="t"/>
              <a:pathLst>
                <a:path extrusionOk="0" h="1546" w="2121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75"/>
            <p:cNvSpPr/>
            <p:nvPr/>
          </p:nvSpPr>
          <p:spPr>
            <a:xfrm>
              <a:off x="-3470900" y="-26570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75"/>
            <p:cNvSpPr/>
            <p:nvPr/>
          </p:nvSpPr>
          <p:spPr>
            <a:xfrm>
              <a:off x="-3720275" y="-2216400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75"/>
            <p:cNvSpPr/>
            <p:nvPr/>
          </p:nvSpPr>
          <p:spPr>
            <a:xfrm>
              <a:off x="-2825862" y="-2936687"/>
              <a:ext cx="184175" cy="158025"/>
            </a:xfrm>
            <a:custGeom>
              <a:rect b="b" l="l" r="r" t="t"/>
              <a:pathLst>
                <a:path extrusionOk="0" h="6321" w="7367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75"/>
            <p:cNvSpPr/>
            <p:nvPr/>
          </p:nvSpPr>
          <p:spPr>
            <a:xfrm>
              <a:off x="-2758612" y="-2892062"/>
              <a:ext cx="76175" cy="68900"/>
            </a:xfrm>
            <a:custGeom>
              <a:rect b="b" l="l" r="r" t="t"/>
              <a:pathLst>
                <a:path extrusionOk="0" h="2756" w="3047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75"/>
            <p:cNvSpPr/>
            <p:nvPr/>
          </p:nvSpPr>
          <p:spPr>
            <a:xfrm>
              <a:off x="-3151175" y="-2605875"/>
              <a:ext cx="752125" cy="750250"/>
            </a:xfrm>
            <a:custGeom>
              <a:rect b="b" l="l" r="r" t="t"/>
              <a:pathLst>
                <a:path extrusionOk="0" h="30010" w="30085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75"/>
            <p:cNvSpPr/>
            <p:nvPr/>
          </p:nvSpPr>
          <p:spPr>
            <a:xfrm>
              <a:off x="-2704800" y="-2461050"/>
              <a:ext cx="155150" cy="155150"/>
            </a:xfrm>
            <a:custGeom>
              <a:rect b="b" l="l" r="r" t="t"/>
              <a:pathLst>
                <a:path extrusionOk="0" h="6206" w="6206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75"/>
            <p:cNvSpPr/>
            <p:nvPr/>
          </p:nvSpPr>
          <p:spPr>
            <a:xfrm>
              <a:off x="-2435025" y="-2631025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75"/>
            <p:cNvSpPr/>
            <p:nvPr/>
          </p:nvSpPr>
          <p:spPr>
            <a:xfrm>
              <a:off x="-3175450" y="-1887725"/>
              <a:ext cx="56675" cy="56925"/>
            </a:xfrm>
            <a:custGeom>
              <a:rect b="b" l="l" r="r" t="t"/>
              <a:pathLst>
                <a:path extrusionOk="0" h="2277" w="2267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5" name="Google Shape;2365;p75"/>
          <p:cNvGrpSpPr/>
          <p:nvPr/>
        </p:nvGrpSpPr>
        <p:grpSpPr>
          <a:xfrm>
            <a:off x="-275103" y="120400"/>
            <a:ext cx="1369850" cy="1342825"/>
            <a:chOff x="-3742350" y="-3012325"/>
            <a:chExt cx="1369850" cy="1342825"/>
          </a:xfrm>
        </p:grpSpPr>
        <p:sp>
          <p:nvSpPr>
            <p:cNvPr id="2366" name="Google Shape;2366;p75"/>
            <p:cNvSpPr/>
            <p:nvPr/>
          </p:nvSpPr>
          <p:spPr>
            <a:xfrm>
              <a:off x="-3076125" y="-3012325"/>
              <a:ext cx="38525" cy="38250"/>
            </a:xfrm>
            <a:custGeom>
              <a:rect b="b" l="l" r="r" t="t"/>
              <a:pathLst>
                <a:path extrusionOk="0" h="1530" w="1541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75"/>
            <p:cNvSpPr/>
            <p:nvPr/>
          </p:nvSpPr>
          <p:spPr>
            <a:xfrm>
              <a:off x="-3648325" y="-2918425"/>
              <a:ext cx="523950" cy="509300"/>
            </a:xfrm>
            <a:custGeom>
              <a:rect b="b" l="l" r="r" t="t"/>
              <a:pathLst>
                <a:path extrusionOk="0" h="20372" w="20958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75"/>
            <p:cNvSpPr/>
            <p:nvPr/>
          </p:nvSpPr>
          <p:spPr>
            <a:xfrm>
              <a:off x="-3742350" y="-2353475"/>
              <a:ext cx="53025" cy="38650"/>
            </a:xfrm>
            <a:custGeom>
              <a:rect b="b" l="l" r="r" t="t"/>
              <a:pathLst>
                <a:path extrusionOk="0" h="1546" w="2121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75"/>
            <p:cNvSpPr/>
            <p:nvPr/>
          </p:nvSpPr>
          <p:spPr>
            <a:xfrm>
              <a:off x="-3470900" y="-26570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75"/>
            <p:cNvSpPr/>
            <p:nvPr/>
          </p:nvSpPr>
          <p:spPr>
            <a:xfrm>
              <a:off x="-3720275" y="-2216400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75"/>
            <p:cNvSpPr/>
            <p:nvPr/>
          </p:nvSpPr>
          <p:spPr>
            <a:xfrm>
              <a:off x="-2825862" y="-2936687"/>
              <a:ext cx="184175" cy="158025"/>
            </a:xfrm>
            <a:custGeom>
              <a:rect b="b" l="l" r="r" t="t"/>
              <a:pathLst>
                <a:path extrusionOk="0" h="6321" w="7367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75"/>
            <p:cNvSpPr/>
            <p:nvPr/>
          </p:nvSpPr>
          <p:spPr>
            <a:xfrm>
              <a:off x="-2758612" y="-2892062"/>
              <a:ext cx="76175" cy="68900"/>
            </a:xfrm>
            <a:custGeom>
              <a:rect b="b" l="l" r="r" t="t"/>
              <a:pathLst>
                <a:path extrusionOk="0" h="2756" w="3047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75"/>
            <p:cNvSpPr/>
            <p:nvPr/>
          </p:nvSpPr>
          <p:spPr>
            <a:xfrm>
              <a:off x="-3151175" y="-2605875"/>
              <a:ext cx="752125" cy="750250"/>
            </a:xfrm>
            <a:custGeom>
              <a:rect b="b" l="l" r="r" t="t"/>
              <a:pathLst>
                <a:path extrusionOk="0" h="30010" w="30085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75"/>
            <p:cNvSpPr/>
            <p:nvPr/>
          </p:nvSpPr>
          <p:spPr>
            <a:xfrm>
              <a:off x="-2704800" y="-2461050"/>
              <a:ext cx="155150" cy="155150"/>
            </a:xfrm>
            <a:custGeom>
              <a:rect b="b" l="l" r="r" t="t"/>
              <a:pathLst>
                <a:path extrusionOk="0" h="6206" w="6206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75"/>
            <p:cNvSpPr/>
            <p:nvPr/>
          </p:nvSpPr>
          <p:spPr>
            <a:xfrm>
              <a:off x="-2435025" y="-2631025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75"/>
            <p:cNvSpPr/>
            <p:nvPr/>
          </p:nvSpPr>
          <p:spPr>
            <a:xfrm>
              <a:off x="-3175450" y="-1887725"/>
              <a:ext cx="56675" cy="56925"/>
            </a:xfrm>
            <a:custGeom>
              <a:rect b="b" l="l" r="r" t="t"/>
              <a:pathLst>
                <a:path extrusionOk="0" h="2277" w="2267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77" name="Google Shape;2377;p75"/>
          <p:cNvGrpSpPr/>
          <p:nvPr/>
        </p:nvGrpSpPr>
        <p:grpSpPr>
          <a:xfrm>
            <a:off x="7444085" y="-614062"/>
            <a:ext cx="1040637" cy="901375"/>
            <a:chOff x="7772485" y="-345137"/>
            <a:chExt cx="1040637" cy="901375"/>
          </a:xfrm>
        </p:grpSpPr>
        <p:grpSp>
          <p:nvGrpSpPr>
            <p:cNvPr id="2378" name="Google Shape;2378;p75"/>
            <p:cNvGrpSpPr/>
            <p:nvPr/>
          </p:nvGrpSpPr>
          <p:grpSpPr>
            <a:xfrm>
              <a:off x="8096397" y="-345137"/>
              <a:ext cx="716725" cy="901375"/>
              <a:chOff x="-3888525" y="-2483300"/>
              <a:chExt cx="716725" cy="901375"/>
            </a:xfrm>
          </p:grpSpPr>
          <p:sp>
            <p:nvSpPr>
              <p:cNvPr id="2379" name="Google Shape;2379;p75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0" name="Google Shape;2380;p75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81" name="Google Shape;2381;p75"/>
            <p:cNvGrpSpPr/>
            <p:nvPr/>
          </p:nvGrpSpPr>
          <p:grpSpPr>
            <a:xfrm>
              <a:off x="7772485" y="175988"/>
              <a:ext cx="323925" cy="323650"/>
              <a:chOff x="1608625" y="299800"/>
              <a:chExt cx="323925" cy="323650"/>
            </a:xfrm>
          </p:grpSpPr>
          <p:sp>
            <p:nvSpPr>
              <p:cNvPr id="2382" name="Google Shape;2382;p75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3" name="Google Shape;2383;p75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4" name="Google Shape;2384;p75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4_1">
    <p:spTree>
      <p:nvGrpSpPr>
        <p:cNvPr id="2385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76"/>
          <p:cNvSpPr txBox="1"/>
          <p:nvPr>
            <p:ph type="title"/>
          </p:nvPr>
        </p:nvSpPr>
        <p:spPr>
          <a:xfrm>
            <a:off x="782850" y="556250"/>
            <a:ext cx="7578300" cy="495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87" name="Google Shape;2387;p76"/>
          <p:cNvGrpSpPr/>
          <p:nvPr/>
        </p:nvGrpSpPr>
        <p:grpSpPr>
          <a:xfrm>
            <a:off x="7771338" y="4403813"/>
            <a:ext cx="1040638" cy="901375"/>
            <a:chOff x="8457538" y="810363"/>
            <a:chExt cx="1040638" cy="901375"/>
          </a:xfrm>
        </p:grpSpPr>
        <p:grpSp>
          <p:nvGrpSpPr>
            <p:cNvPr id="2388" name="Google Shape;2388;p76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2389" name="Google Shape;2389;p76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0" name="Google Shape;2390;p76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1" name="Google Shape;2391;p76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2392" name="Google Shape;2392;p76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3" name="Google Shape;2393;p76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4" name="Google Shape;2394;p76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95" name="Google Shape;2395;p76"/>
          <p:cNvGrpSpPr/>
          <p:nvPr/>
        </p:nvGrpSpPr>
        <p:grpSpPr>
          <a:xfrm>
            <a:off x="7771359" y="4167517"/>
            <a:ext cx="761479" cy="750124"/>
            <a:chOff x="-642191" y="1634242"/>
            <a:chExt cx="761479" cy="750124"/>
          </a:xfrm>
        </p:grpSpPr>
        <p:sp>
          <p:nvSpPr>
            <p:cNvPr id="2396" name="Google Shape;2396;p76"/>
            <p:cNvSpPr/>
            <p:nvPr/>
          </p:nvSpPr>
          <p:spPr>
            <a:xfrm rot="10800000">
              <a:off x="-642191" y="2350719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76"/>
            <p:cNvSpPr/>
            <p:nvPr/>
          </p:nvSpPr>
          <p:spPr>
            <a:xfrm rot="10800000">
              <a:off x="-553634" y="1723763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76"/>
            <p:cNvSpPr/>
            <p:nvPr/>
          </p:nvSpPr>
          <p:spPr>
            <a:xfrm rot="10800000">
              <a:off x="78166" y="1634242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99" name="Google Shape;2399;p76"/>
          <p:cNvGrpSpPr/>
          <p:nvPr/>
        </p:nvGrpSpPr>
        <p:grpSpPr>
          <a:xfrm>
            <a:off x="330444" y="-221875"/>
            <a:ext cx="713803" cy="706547"/>
            <a:chOff x="-4017975" y="616650"/>
            <a:chExt cx="814100" cy="805825"/>
          </a:xfrm>
        </p:grpSpPr>
        <p:sp>
          <p:nvSpPr>
            <p:cNvPr id="2400" name="Google Shape;2400;p76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76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76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76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5">
    <p:spTree>
      <p:nvGrpSpPr>
        <p:cNvPr id="2404" name="Shape 2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5" name="Google Shape;2405;p77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06" name="Google Shape;2406;p77"/>
          <p:cNvSpPr txBox="1"/>
          <p:nvPr>
            <p:ph idx="1" type="subTitle"/>
          </p:nvPr>
        </p:nvSpPr>
        <p:spPr>
          <a:xfrm>
            <a:off x="782850" y="2955251"/>
            <a:ext cx="2311200" cy="7662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07" name="Google Shape;2407;p77"/>
          <p:cNvSpPr txBox="1"/>
          <p:nvPr>
            <p:ph idx="2" type="subTitle"/>
          </p:nvPr>
        </p:nvSpPr>
        <p:spPr>
          <a:xfrm>
            <a:off x="782850" y="2538925"/>
            <a:ext cx="23112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08" name="Google Shape;2408;p77"/>
          <p:cNvSpPr txBox="1"/>
          <p:nvPr>
            <p:ph idx="3" type="subTitle"/>
          </p:nvPr>
        </p:nvSpPr>
        <p:spPr>
          <a:xfrm>
            <a:off x="3416400" y="2955251"/>
            <a:ext cx="2311200" cy="7662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09" name="Google Shape;2409;p77"/>
          <p:cNvSpPr txBox="1"/>
          <p:nvPr>
            <p:ph idx="4" type="subTitle"/>
          </p:nvPr>
        </p:nvSpPr>
        <p:spPr>
          <a:xfrm>
            <a:off x="3416400" y="2538925"/>
            <a:ext cx="23112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0" name="Google Shape;2410;p77"/>
          <p:cNvSpPr txBox="1"/>
          <p:nvPr>
            <p:ph idx="5" type="subTitle"/>
          </p:nvPr>
        </p:nvSpPr>
        <p:spPr>
          <a:xfrm>
            <a:off x="6049950" y="2955251"/>
            <a:ext cx="2311200" cy="7662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1" name="Google Shape;2411;p77"/>
          <p:cNvSpPr txBox="1"/>
          <p:nvPr>
            <p:ph idx="6" type="subTitle"/>
          </p:nvPr>
        </p:nvSpPr>
        <p:spPr>
          <a:xfrm>
            <a:off x="6049950" y="2538925"/>
            <a:ext cx="23112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412" name="Google Shape;2412;p77"/>
          <p:cNvGrpSpPr/>
          <p:nvPr/>
        </p:nvGrpSpPr>
        <p:grpSpPr>
          <a:xfrm>
            <a:off x="-382087" y="624425"/>
            <a:ext cx="1040638" cy="901375"/>
            <a:chOff x="8457538" y="810363"/>
            <a:chExt cx="1040638" cy="901375"/>
          </a:xfrm>
        </p:grpSpPr>
        <p:grpSp>
          <p:nvGrpSpPr>
            <p:cNvPr id="2413" name="Google Shape;2413;p77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2414" name="Google Shape;2414;p77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5" name="Google Shape;2415;p77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16" name="Google Shape;2416;p77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2417" name="Google Shape;2417;p77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8" name="Google Shape;2418;p77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9" name="Google Shape;2419;p77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20" name="Google Shape;2420;p77"/>
          <p:cNvGrpSpPr/>
          <p:nvPr/>
        </p:nvGrpSpPr>
        <p:grpSpPr>
          <a:xfrm rot="10800000">
            <a:off x="8274244" y="624418"/>
            <a:ext cx="1803578" cy="1592367"/>
            <a:chOff x="-4912150" y="-393637"/>
            <a:chExt cx="2057000" cy="1816112"/>
          </a:xfrm>
        </p:grpSpPr>
        <p:sp>
          <p:nvSpPr>
            <p:cNvPr id="2421" name="Google Shape;2421;p77"/>
            <p:cNvSpPr/>
            <p:nvPr/>
          </p:nvSpPr>
          <p:spPr>
            <a:xfrm>
              <a:off x="-4604150" y="-280425"/>
              <a:ext cx="858750" cy="1117575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77"/>
            <p:cNvSpPr/>
            <p:nvPr/>
          </p:nvSpPr>
          <p:spPr>
            <a:xfrm>
              <a:off x="-3780300" y="-305525"/>
              <a:ext cx="62525" cy="57000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77"/>
            <p:cNvSpPr/>
            <p:nvPr/>
          </p:nvSpPr>
          <p:spPr>
            <a:xfrm>
              <a:off x="-4199050" y="281125"/>
              <a:ext cx="155150" cy="154850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77"/>
            <p:cNvSpPr/>
            <p:nvPr/>
          </p:nvSpPr>
          <p:spPr>
            <a:xfrm>
              <a:off x="-4514575" y="97000"/>
              <a:ext cx="740775" cy="896950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77"/>
            <p:cNvSpPr/>
            <p:nvPr/>
          </p:nvSpPr>
          <p:spPr>
            <a:xfrm>
              <a:off x="-3809300" y="72075"/>
              <a:ext cx="61400" cy="56825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77"/>
            <p:cNvSpPr/>
            <p:nvPr/>
          </p:nvSpPr>
          <p:spPr>
            <a:xfrm>
              <a:off x="-4203525" y="-330075"/>
              <a:ext cx="275400" cy="273925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77"/>
            <p:cNvSpPr/>
            <p:nvPr/>
          </p:nvSpPr>
          <p:spPr>
            <a:xfrm>
              <a:off x="-3964425" y="-355100"/>
              <a:ext cx="64750" cy="56950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77"/>
            <p:cNvSpPr/>
            <p:nvPr/>
          </p:nvSpPr>
          <p:spPr>
            <a:xfrm>
              <a:off x="-4230300" y="-88200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77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77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77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77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77"/>
            <p:cNvSpPr/>
            <p:nvPr/>
          </p:nvSpPr>
          <p:spPr>
            <a:xfrm>
              <a:off x="-3761575" y="553550"/>
              <a:ext cx="51025" cy="38375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77"/>
            <p:cNvSpPr/>
            <p:nvPr/>
          </p:nvSpPr>
          <p:spPr>
            <a:xfrm>
              <a:off x="-4478025" y="655725"/>
              <a:ext cx="666475" cy="651250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77"/>
            <p:cNvSpPr/>
            <p:nvPr/>
          </p:nvSpPr>
          <p:spPr>
            <a:xfrm>
              <a:off x="-4579025" y="1370700"/>
              <a:ext cx="46900" cy="38375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77"/>
            <p:cNvSpPr/>
            <p:nvPr/>
          </p:nvSpPr>
          <p:spPr>
            <a:xfrm>
              <a:off x="-4912150" y="393325"/>
              <a:ext cx="547675" cy="546850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77"/>
            <p:cNvSpPr/>
            <p:nvPr/>
          </p:nvSpPr>
          <p:spPr>
            <a:xfrm>
              <a:off x="-3508415" y="-393637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77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77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40" name="Google Shape;2440;p77"/>
          <p:cNvGrpSpPr/>
          <p:nvPr/>
        </p:nvGrpSpPr>
        <p:grpSpPr>
          <a:xfrm rot="10800000">
            <a:off x="1179219" y="4287293"/>
            <a:ext cx="1803578" cy="1592367"/>
            <a:chOff x="-4912150" y="-393637"/>
            <a:chExt cx="2057000" cy="1816112"/>
          </a:xfrm>
        </p:grpSpPr>
        <p:sp>
          <p:nvSpPr>
            <p:cNvPr id="2441" name="Google Shape;2441;p77"/>
            <p:cNvSpPr/>
            <p:nvPr/>
          </p:nvSpPr>
          <p:spPr>
            <a:xfrm>
              <a:off x="-4604150" y="-280425"/>
              <a:ext cx="858750" cy="1117575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77"/>
            <p:cNvSpPr/>
            <p:nvPr/>
          </p:nvSpPr>
          <p:spPr>
            <a:xfrm>
              <a:off x="-3780300" y="-305525"/>
              <a:ext cx="62525" cy="57000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77"/>
            <p:cNvSpPr/>
            <p:nvPr/>
          </p:nvSpPr>
          <p:spPr>
            <a:xfrm>
              <a:off x="-4199050" y="281125"/>
              <a:ext cx="155150" cy="154850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77"/>
            <p:cNvSpPr/>
            <p:nvPr/>
          </p:nvSpPr>
          <p:spPr>
            <a:xfrm>
              <a:off x="-4514575" y="97000"/>
              <a:ext cx="740775" cy="896950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77"/>
            <p:cNvSpPr/>
            <p:nvPr/>
          </p:nvSpPr>
          <p:spPr>
            <a:xfrm>
              <a:off x="-3809300" y="72075"/>
              <a:ext cx="61400" cy="56825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77"/>
            <p:cNvSpPr/>
            <p:nvPr/>
          </p:nvSpPr>
          <p:spPr>
            <a:xfrm>
              <a:off x="-4203525" y="-330075"/>
              <a:ext cx="275400" cy="273925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77"/>
            <p:cNvSpPr/>
            <p:nvPr/>
          </p:nvSpPr>
          <p:spPr>
            <a:xfrm>
              <a:off x="-3964425" y="-355100"/>
              <a:ext cx="64750" cy="56950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77"/>
            <p:cNvSpPr/>
            <p:nvPr/>
          </p:nvSpPr>
          <p:spPr>
            <a:xfrm>
              <a:off x="-4230300" y="-88200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77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77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77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77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77"/>
            <p:cNvSpPr/>
            <p:nvPr/>
          </p:nvSpPr>
          <p:spPr>
            <a:xfrm>
              <a:off x="-3761575" y="553550"/>
              <a:ext cx="51025" cy="38375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77"/>
            <p:cNvSpPr/>
            <p:nvPr/>
          </p:nvSpPr>
          <p:spPr>
            <a:xfrm>
              <a:off x="-4478025" y="655725"/>
              <a:ext cx="666475" cy="651250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77"/>
            <p:cNvSpPr/>
            <p:nvPr/>
          </p:nvSpPr>
          <p:spPr>
            <a:xfrm>
              <a:off x="-4579025" y="1370700"/>
              <a:ext cx="46900" cy="38375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77"/>
            <p:cNvSpPr/>
            <p:nvPr/>
          </p:nvSpPr>
          <p:spPr>
            <a:xfrm>
              <a:off x="-4912150" y="393325"/>
              <a:ext cx="547675" cy="546850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77"/>
            <p:cNvSpPr/>
            <p:nvPr/>
          </p:nvSpPr>
          <p:spPr>
            <a:xfrm>
              <a:off x="-3508415" y="-393637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77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77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_1">
    <p:spTree>
      <p:nvGrpSpPr>
        <p:cNvPr id="2460" name="Shape 2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1" name="Google Shape;2461;p78"/>
          <p:cNvSpPr txBox="1"/>
          <p:nvPr>
            <p:ph type="title"/>
          </p:nvPr>
        </p:nvSpPr>
        <p:spPr>
          <a:xfrm flipH="1"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62" name="Google Shape;2462;p78"/>
          <p:cNvSpPr txBox="1"/>
          <p:nvPr>
            <p:ph idx="1" type="subTitle"/>
          </p:nvPr>
        </p:nvSpPr>
        <p:spPr>
          <a:xfrm>
            <a:off x="1589125" y="2349175"/>
            <a:ext cx="2541000" cy="521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3" name="Google Shape;2463;p78"/>
          <p:cNvSpPr txBox="1"/>
          <p:nvPr>
            <p:ph idx="2" type="subTitle"/>
          </p:nvPr>
        </p:nvSpPr>
        <p:spPr>
          <a:xfrm>
            <a:off x="1589125" y="2011200"/>
            <a:ext cx="25410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4" name="Google Shape;2464;p78"/>
          <p:cNvSpPr txBox="1"/>
          <p:nvPr>
            <p:ph idx="3" type="subTitle"/>
          </p:nvPr>
        </p:nvSpPr>
        <p:spPr>
          <a:xfrm>
            <a:off x="5013850" y="2351975"/>
            <a:ext cx="2541000" cy="521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5" name="Google Shape;2465;p78"/>
          <p:cNvSpPr txBox="1"/>
          <p:nvPr>
            <p:ph idx="4" type="subTitle"/>
          </p:nvPr>
        </p:nvSpPr>
        <p:spPr>
          <a:xfrm>
            <a:off x="5013850" y="2014000"/>
            <a:ext cx="25410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6" name="Google Shape;2466;p78"/>
          <p:cNvSpPr txBox="1"/>
          <p:nvPr>
            <p:ph idx="5" type="subTitle"/>
          </p:nvPr>
        </p:nvSpPr>
        <p:spPr>
          <a:xfrm>
            <a:off x="1589125" y="3960125"/>
            <a:ext cx="2541000" cy="521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7" name="Google Shape;2467;p78"/>
          <p:cNvSpPr txBox="1"/>
          <p:nvPr>
            <p:ph idx="6" type="subTitle"/>
          </p:nvPr>
        </p:nvSpPr>
        <p:spPr>
          <a:xfrm>
            <a:off x="1589125" y="3622150"/>
            <a:ext cx="25410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8" name="Google Shape;2468;p78"/>
          <p:cNvSpPr txBox="1"/>
          <p:nvPr>
            <p:ph idx="7" type="subTitle"/>
          </p:nvPr>
        </p:nvSpPr>
        <p:spPr>
          <a:xfrm>
            <a:off x="5013850" y="3960098"/>
            <a:ext cx="2541000" cy="521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9" name="Google Shape;2469;p78"/>
          <p:cNvSpPr txBox="1"/>
          <p:nvPr>
            <p:ph idx="8" type="subTitle"/>
          </p:nvPr>
        </p:nvSpPr>
        <p:spPr>
          <a:xfrm>
            <a:off x="5013850" y="3622123"/>
            <a:ext cx="25410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470" name="Google Shape;2470;p78"/>
          <p:cNvGrpSpPr/>
          <p:nvPr/>
        </p:nvGrpSpPr>
        <p:grpSpPr>
          <a:xfrm flipH="1">
            <a:off x="205972" y="3517863"/>
            <a:ext cx="873188" cy="546900"/>
            <a:chOff x="1115510" y="4327288"/>
            <a:chExt cx="873188" cy="546900"/>
          </a:xfrm>
        </p:grpSpPr>
        <p:sp>
          <p:nvSpPr>
            <p:cNvPr id="2471" name="Google Shape;2471;p78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72" name="Google Shape;2472;p78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2473" name="Google Shape;2473;p78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4" name="Google Shape;2474;p78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5" name="Google Shape;2475;p78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76" name="Google Shape;2476;p78"/>
          <p:cNvGrpSpPr/>
          <p:nvPr/>
        </p:nvGrpSpPr>
        <p:grpSpPr>
          <a:xfrm>
            <a:off x="-234937" y="-460907"/>
            <a:ext cx="1938846" cy="1720830"/>
            <a:chOff x="-1873362" y="2120543"/>
            <a:chExt cx="1938846" cy="1720830"/>
          </a:xfrm>
        </p:grpSpPr>
        <p:sp>
          <p:nvSpPr>
            <p:cNvPr id="2477" name="Google Shape;2477;p78"/>
            <p:cNvSpPr/>
            <p:nvPr/>
          </p:nvSpPr>
          <p:spPr>
            <a:xfrm>
              <a:off x="-1603307" y="2348270"/>
              <a:ext cx="752952" cy="979890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78"/>
            <p:cNvSpPr/>
            <p:nvPr/>
          </p:nvSpPr>
          <p:spPr>
            <a:xfrm>
              <a:off x="-880956" y="2326262"/>
              <a:ext cx="54822" cy="49978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78"/>
            <p:cNvSpPr/>
            <p:nvPr/>
          </p:nvSpPr>
          <p:spPr>
            <a:xfrm>
              <a:off x="-1248116" y="2840637"/>
              <a:ext cx="136036" cy="135772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78"/>
            <p:cNvSpPr/>
            <p:nvPr/>
          </p:nvSpPr>
          <p:spPr>
            <a:xfrm>
              <a:off x="-1524768" y="2679196"/>
              <a:ext cx="649512" cy="786446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78"/>
            <p:cNvSpPr/>
            <p:nvPr/>
          </p:nvSpPr>
          <p:spPr>
            <a:xfrm>
              <a:off x="-906383" y="2657342"/>
              <a:ext cx="53836" cy="49824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78"/>
            <p:cNvSpPr/>
            <p:nvPr/>
          </p:nvSpPr>
          <p:spPr>
            <a:xfrm>
              <a:off x="-1252039" y="2304737"/>
              <a:ext cx="241471" cy="240177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78"/>
            <p:cNvSpPr/>
            <p:nvPr/>
          </p:nvSpPr>
          <p:spPr>
            <a:xfrm>
              <a:off x="-1042397" y="2282795"/>
              <a:ext cx="56773" cy="49934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78"/>
            <p:cNvSpPr/>
            <p:nvPr/>
          </p:nvSpPr>
          <p:spPr>
            <a:xfrm>
              <a:off x="-1275516" y="2516813"/>
              <a:ext cx="54822" cy="49802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78"/>
            <p:cNvSpPr/>
            <p:nvPr/>
          </p:nvSpPr>
          <p:spPr>
            <a:xfrm>
              <a:off x="-1067824" y="3161765"/>
              <a:ext cx="659200" cy="657841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78"/>
            <p:cNvSpPr/>
            <p:nvPr/>
          </p:nvSpPr>
          <p:spPr>
            <a:xfrm>
              <a:off x="-676683" y="3289011"/>
              <a:ext cx="136014" cy="135772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78"/>
            <p:cNvSpPr/>
            <p:nvPr/>
          </p:nvSpPr>
          <p:spPr>
            <a:xfrm>
              <a:off x="-429382" y="3134825"/>
              <a:ext cx="53836" cy="50065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78"/>
            <p:cNvSpPr/>
            <p:nvPr/>
          </p:nvSpPr>
          <p:spPr>
            <a:xfrm>
              <a:off x="-1089349" y="3791702"/>
              <a:ext cx="49912" cy="49671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78"/>
            <p:cNvSpPr/>
            <p:nvPr/>
          </p:nvSpPr>
          <p:spPr>
            <a:xfrm>
              <a:off x="-864538" y="3079499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78"/>
            <p:cNvSpPr/>
            <p:nvPr/>
          </p:nvSpPr>
          <p:spPr>
            <a:xfrm>
              <a:off x="-1492721" y="3169086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78"/>
            <p:cNvSpPr/>
            <p:nvPr/>
          </p:nvSpPr>
          <p:spPr>
            <a:xfrm>
              <a:off x="-1581278" y="3795976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78"/>
            <p:cNvSpPr/>
            <p:nvPr/>
          </p:nvSpPr>
          <p:spPr>
            <a:xfrm>
              <a:off x="-1873362" y="2939014"/>
              <a:ext cx="480201" cy="479478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78"/>
            <p:cNvSpPr/>
            <p:nvPr/>
          </p:nvSpPr>
          <p:spPr>
            <a:xfrm>
              <a:off x="-414717" y="2120543"/>
              <a:ext cx="480201" cy="47989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78"/>
            <p:cNvSpPr/>
            <p:nvPr/>
          </p:nvSpPr>
          <p:spPr>
            <a:xfrm>
              <a:off x="-287757" y="2820734"/>
              <a:ext cx="217972" cy="209731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78"/>
            <p:cNvSpPr/>
            <p:nvPr/>
          </p:nvSpPr>
          <p:spPr>
            <a:xfrm>
              <a:off x="-221208" y="2878778"/>
              <a:ext cx="93204" cy="93467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96" name="Google Shape;2496;p78"/>
          <p:cNvGrpSpPr/>
          <p:nvPr/>
        </p:nvGrpSpPr>
        <p:grpSpPr>
          <a:xfrm>
            <a:off x="7932072" y="2686300"/>
            <a:ext cx="1929500" cy="2210100"/>
            <a:chOff x="295725" y="-3462825"/>
            <a:chExt cx="1929500" cy="2210100"/>
          </a:xfrm>
        </p:grpSpPr>
        <p:sp>
          <p:nvSpPr>
            <p:cNvPr id="2497" name="Google Shape;2497;p78"/>
            <p:cNvSpPr/>
            <p:nvPr/>
          </p:nvSpPr>
          <p:spPr>
            <a:xfrm>
              <a:off x="1089425" y="-3462825"/>
              <a:ext cx="700025" cy="959400"/>
            </a:xfrm>
            <a:custGeom>
              <a:rect b="b" l="l" r="r" t="t"/>
              <a:pathLst>
                <a:path extrusionOk="0" h="38376" w="28001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78"/>
            <p:cNvSpPr/>
            <p:nvPr/>
          </p:nvSpPr>
          <p:spPr>
            <a:xfrm>
              <a:off x="1064875" y="-2535525"/>
              <a:ext cx="56950" cy="56925"/>
            </a:xfrm>
            <a:custGeom>
              <a:rect b="b" l="l" r="r" t="t"/>
              <a:pathLst>
                <a:path extrusionOk="0" h="2277" w="2278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78"/>
            <p:cNvSpPr/>
            <p:nvPr/>
          </p:nvSpPr>
          <p:spPr>
            <a:xfrm>
              <a:off x="1212200" y="-2944175"/>
              <a:ext cx="869900" cy="1026350"/>
            </a:xfrm>
            <a:custGeom>
              <a:rect b="b" l="l" r="r" t="t"/>
              <a:pathLst>
                <a:path extrusionOk="0" h="41054" w="34796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78"/>
            <p:cNvSpPr/>
            <p:nvPr/>
          </p:nvSpPr>
          <p:spPr>
            <a:xfrm>
              <a:off x="1577675" y="-2592175"/>
              <a:ext cx="155125" cy="154875"/>
            </a:xfrm>
            <a:custGeom>
              <a:rect b="b" l="l" r="r" t="t"/>
              <a:pathLst>
                <a:path extrusionOk="0" h="6195" w="6205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78"/>
            <p:cNvSpPr/>
            <p:nvPr/>
          </p:nvSpPr>
          <p:spPr>
            <a:xfrm>
              <a:off x="1188475" y="-1949950"/>
              <a:ext cx="56950" cy="56950"/>
            </a:xfrm>
            <a:custGeom>
              <a:rect b="b" l="l" r="r" t="t"/>
              <a:pathLst>
                <a:path extrusionOk="0" h="2278" w="2278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78"/>
            <p:cNvSpPr/>
            <p:nvPr/>
          </p:nvSpPr>
          <p:spPr>
            <a:xfrm>
              <a:off x="2043025" y="-3122375"/>
              <a:ext cx="38525" cy="38650"/>
            </a:xfrm>
            <a:custGeom>
              <a:rect b="b" l="l" r="r" t="t"/>
              <a:pathLst>
                <a:path extrusionOk="0" h="1546" w="1541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78"/>
            <p:cNvSpPr/>
            <p:nvPr/>
          </p:nvSpPr>
          <p:spPr>
            <a:xfrm>
              <a:off x="1472200" y="-3028150"/>
              <a:ext cx="522225" cy="509375"/>
            </a:xfrm>
            <a:custGeom>
              <a:rect b="b" l="l" r="r" t="t"/>
              <a:pathLst>
                <a:path extrusionOk="0" h="20375" w="20889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78"/>
            <p:cNvSpPr/>
            <p:nvPr/>
          </p:nvSpPr>
          <p:spPr>
            <a:xfrm>
              <a:off x="1384050" y="-2463000"/>
              <a:ext cx="38250" cy="38250"/>
            </a:xfrm>
            <a:custGeom>
              <a:rect b="b" l="l" r="r" t="t"/>
              <a:pathLst>
                <a:path extrusionOk="0" h="1530" w="153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78"/>
            <p:cNvSpPr/>
            <p:nvPr/>
          </p:nvSpPr>
          <p:spPr>
            <a:xfrm>
              <a:off x="1108400" y="-3240375"/>
              <a:ext cx="38250" cy="38650"/>
            </a:xfrm>
            <a:custGeom>
              <a:rect b="b" l="l" r="r" t="t"/>
              <a:pathLst>
                <a:path extrusionOk="0" h="1546" w="153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78"/>
            <p:cNvSpPr/>
            <p:nvPr/>
          </p:nvSpPr>
          <p:spPr>
            <a:xfrm>
              <a:off x="537050" y="-3146175"/>
              <a:ext cx="522775" cy="509125"/>
            </a:xfrm>
            <a:custGeom>
              <a:rect b="b" l="l" r="r" t="t"/>
              <a:pathLst>
                <a:path extrusionOk="0" h="20365" w="20911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78"/>
            <p:cNvSpPr/>
            <p:nvPr/>
          </p:nvSpPr>
          <p:spPr>
            <a:xfrm>
              <a:off x="449150" y="-2581150"/>
              <a:ext cx="38250" cy="38375"/>
            </a:xfrm>
            <a:custGeom>
              <a:rect b="b" l="l" r="r" t="t"/>
              <a:pathLst>
                <a:path extrusionOk="0" h="1535" w="153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78"/>
            <p:cNvSpPr/>
            <p:nvPr/>
          </p:nvSpPr>
          <p:spPr>
            <a:xfrm>
              <a:off x="1636250" y="-2122350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78"/>
            <p:cNvSpPr/>
            <p:nvPr/>
          </p:nvSpPr>
          <p:spPr>
            <a:xfrm>
              <a:off x="1711575" y="-2197675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78"/>
            <p:cNvSpPr/>
            <p:nvPr/>
          </p:nvSpPr>
          <p:spPr>
            <a:xfrm>
              <a:off x="1786900" y="-2273000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78"/>
            <p:cNvSpPr/>
            <p:nvPr/>
          </p:nvSpPr>
          <p:spPr>
            <a:xfrm>
              <a:off x="1862225" y="-2348325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78"/>
            <p:cNvSpPr/>
            <p:nvPr/>
          </p:nvSpPr>
          <p:spPr>
            <a:xfrm>
              <a:off x="1937550" y="-2423950"/>
              <a:ext cx="137025" cy="25425"/>
            </a:xfrm>
            <a:custGeom>
              <a:rect b="b" l="l" r="r" t="t"/>
              <a:pathLst>
                <a:path extrusionOk="0" h="1017" w="5481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78"/>
            <p:cNvSpPr/>
            <p:nvPr/>
          </p:nvSpPr>
          <p:spPr>
            <a:xfrm>
              <a:off x="2013150" y="-2499275"/>
              <a:ext cx="136750" cy="25150"/>
            </a:xfrm>
            <a:custGeom>
              <a:rect b="b" l="l" r="r" t="t"/>
              <a:pathLst>
                <a:path extrusionOk="0" h="1006" w="547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78"/>
            <p:cNvSpPr/>
            <p:nvPr/>
          </p:nvSpPr>
          <p:spPr>
            <a:xfrm>
              <a:off x="2088500" y="-2574600"/>
              <a:ext cx="136725" cy="25150"/>
            </a:xfrm>
            <a:custGeom>
              <a:rect b="b" l="l" r="r" t="t"/>
              <a:pathLst>
                <a:path extrusionOk="0" h="1006" w="5469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78"/>
            <p:cNvSpPr/>
            <p:nvPr/>
          </p:nvSpPr>
          <p:spPr>
            <a:xfrm>
              <a:off x="463950" y="-2710950"/>
              <a:ext cx="548500" cy="546775"/>
            </a:xfrm>
            <a:custGeom>
              <a:rect b="b" l="l" r="r" t="t"/>
              <a:pathLst>
                <a:path extrusionOk="0" h="21871" w="2194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78"/>
            <p:cNvSpPr/>
            <p:nvPr/>
          </p:nvSpPr>
          <p:spPr>
            <a:xfrm>
              <a:off x="942975" y="-1800075"/>
              <a:ext cx="549225" cy="547350"/>
            </a:xfrm>
            <a:custGeom>
              <a:rect b="b" l="l" r="r" t="t"/>
              <a:pathLst>
                <a:path extrusionOk="0" h="21894" w="21969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78"/>
            <p:cNvSpPr/>
            <p:nvPr/>
          </p:nvSpPr>
          <p:spPr>
            <a:xfrm>
              <a:off x="295725" y="-2356925"/>
              <a:ext cx="548500" cy="547050"/>
            </a:xfrm>
            <a:custGeom>
              <a:rect b="b" l="l" r="r" t="t"/>
              <a:pathLst>
                <a:path extrusionOk="0" h="21882" w="2194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78"/>
            <p:cNvSpPr/>
            <p:nvPr/>
          </p:nvSpPr>
          <p:spPr>
            <a:xfrm>
              <a:off x="1774900" y="-1975200"/>
              <a:ext cx="248600" cy="239275"/>
            </a:xfrm>
            <a:custGeom>
              <a:rect b="b" l="l" r="r" t="t"/>
              <a:pathLst>
                <a:path extrusionOk="0" h="9571" w="9944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78"/>
            <p:cNvSpPr/>
            <p:nvPr/>
          </p:nvSpPr>
          <p:spPr>
            <a:xfrm>
              <a:off x="1850800" y="-1908650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78"/>
            <p:cNvSpPr/>
            <p:nvPr/>
          </p:nvSpPr>
          <p:spPr>
            <a:xfrm>
              <a:off x="735125" y="-2028925"/>
              <a:ext cx="184150" cy="157950"/>
            </a:xfrm>
            <a:custGeom>
              <a:rect b="b" l="l" r="r" t="t"/>
              <a:pathLst>
                <a:path extrusionOk="0" h="6318" w="7366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78"/>
            <p:cNvSpPr/>
            <p:nvPr/>
          </p:nvSpPr>
          <p:spPr>
            <a:xfrm>
              <a:off x="803475" y="-1984150"/>
              <a:ext cx="74500" cy="69000"/>
            </a:xfrm>
            <a:custGeom>
              <a:rect b="b" l="l" r="r" t="t"/>
              <a:pathLst>
                <a:path extrusionOk="0" h="2760" w="298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_1_1">
    <p:spTree>
      <p:nvGrpSpPr>
        <p:cNvPr id="2522" name="Shape 2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3" name="Google Shape;2523;p79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24" name="Google Shape;2524;p79"/>
          <p:cNvSpPr txBox="1"/>
          <p:nvPr>
            <p:ph idx="1" type="subTitle"/>
          </p:nvPr>
        </p:nvSpPr>
        <p:spPr>
          <a:xfrm>
            <a:off x="785913" y="2088550"/>
            <a:ext cx="2287800" cy="762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5" name="Google Shape;2525;p79"/>
          <p:cNvSpPr txBox="1"/>
          <p:nvPr>
            <p:ph idx="2" type="subTitle"/>
          </p:nvPr>
        </p:nvSpPr>
        <p:spPr>
          <a:xfrm>
            <a:off x="785913" y="1717600"/>
            <a:ext cx="22878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6" name="Google Shape;2526;p79"/>
          <p:cNvSpPr txBox="1"/>
          <p:nvPr>
            <p:ph idx="3" type="subTitle"/>
          </p:nvPr>
        </p:nvSpPr>
        <p:spPr>
          <a:xfrm>
            <a:off x="3428113" y="2088550"/>
            <a:ext cx="2287800" cy="762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7" name="Google Shape;2527;p79"/>
          <p:cNvSpPr txBox="1"/>
          <p:nvPr>
            <p:ph idx="4" type="subTitle"/>
          </p:nvPr>
        </p:nvSpPr>
        <p:spPr>
          <a:xfrm>
            <a:off x="3428100" y="1717600"/>
            <a:ext cx="22878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8" name="Google Shape;2528;p79"/>
          <p:cNvSpPr txBox="1"/>
          <p:nvPr>
            <p:ph idx="5" type="subTitle"/>
          </p:nvPr>
        </p:nvSpPr>
        <p:spPr>
          <a:xfrm>
            <a:off x="6070288" y="2088550"/>
            <a:ext cx="2287800" cy="762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9" name="Google Shape;2529;p79"/>
          <p:cNvSpPr txBox="1"/>
          <p:nvPr>
            <p:ph idx="6" type="subTitle"/>
          </p:nvPr>
        </p:nvSpPr>
        <p:spPr>
          <a:xfrm>
            <a:off x="6070288" y="1717600"/>
            <a:ext cx="22878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0" name="Google Shape;2530;p79"/>
          <p:cNvSpPr txBox="1"/>
          <p:nvPr>
            <p:ph idx="7" type="subTitle"/>
          </p:nvPr>
        </p:nvSpPr>
        <p:spPr>
          <a:xfrm>
            <a:off x="785913" y="3824650"/>
            <a:ext cx="2287800" cy="762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1" name="Google Shape;2531;p79"/>
          <p:cNvSpPr txBox="1"/>
          <p:nvPr>
            <p:ph idx="8" type="subTitle"/>
          </p:nvPr>
        </p:nvSpPr>
        <p:spPr>
          <a:xfrm>
            <a:off x="785913" y="3453700"/>
            <a:ext cx="22878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2" name="Google Shape;2532;p79"/>
          <p:cNvSpPr txBox="1"/>
          <p:nvPr>
            <p:ph idx="9" type="subTitle"/>
          </p:nvPr>
        </p:nvSpPr>
        <p:spPr>
          <a:xfrm>
            <a:off x="3428113" y="3824650"/>
            <a:ext cx="2287800" cy="762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3" name="Google Shape;2533;p79"/>
          <p:cNvSpPr txBox="1"/>
          <p:nvPr>
            <p:ph idx="13" type="subTitle"/>
          </p:nvPr>
        </p:nvSpPr>
        <p:spPr>
          <a:xfrm>
            <a:off x="3428100" y="3453700"/>
            <a:ext cx="22878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4" name="Google Shape;2534;p79"/>
          <p:cNvSpPr txBox="1"/>
          <p:nvPr>
            <p:ph idx="14" type="subTitle"/>
          </p:nvPr>
        </p:nvSpPr>
        <p:spPr>
          <a:xfrm>
            <a:off x="6070288" y="3824650"/>
            <a:ext cx="2287800" cy="762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5" name="Google Shape;2535;p79"/>
          <p:cNvSpPr txBox="1"/>
          <p:nvPr>
            <p:ph idx="15" type="subTitle"/>
          </p:nvPr>
        </p:nvSpPr>
        <p:spPr>
          <a:xfrm>
            <a:off x="6070288" y="3453700"/>
            <a:ext cx="22878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536" name="Google Shape;2536;p79"/>
          <p:cNvGrpSpPr/>
          <p:nvPr/>
        </p:nvGrpSpPr>
        <p:grpSpPr>
          <a:xfrm>
            <a:off x="8352588" y="816213"/>
            <a:ext cx="1040638" cy="901375"/>
            <a:chOff x="8457538" y="810363"/>
            <a:chExt cx="1040638" cy="901375"/>
          </a:xfrm>
        </p:grpSpPr>
        <p:grpSp>
          <p:nvGrpSpPr>
            <p:cNvPr id="2537" name="Google Shape;2537;p79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2538" name="Google Shape;2538;p79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9" name="Google Shape;2539;p79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0" name="Google Shape;2540;p79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2541" name="Google Shape;2541;p79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2" name="Google Shape;2542;p79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3" name="Google Shape;2543;p79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544" name="Google Shape;2544;p79"/>
          <p:cNvGrpSpPr/>
          <p:nvPr/>
        </p:nvGrpSpPr>
        <p:grpSpPr>
          <a:xfrm>
            <a:off x="4841575" y="4619788"/>
            <a:ext cx="1040638" cy="901375"/>
            <a:chOff x="8457538" y="810363"/>
            <a:chExt cx="1040638" cy="901375"/>
          </a:xfrm>
        </p:grpSpPr>
        <p:grpSp>
          <p:nvGrpSpPr>
            <p:cNvPr id="2545" name="Google Shape;2545;p79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2546" name="Google Shape;2546;p79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7" name="Google Shape;2547;p79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8" name="Google Shape;2548;p79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2549" name="Google Shape;2549;p79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0" name="Google Shape;2550;p79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1" name="Google Shape;2551;p79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552" name="Google Shape;2552;p79"/>
          <p:cNvGrpSpPr/>
          <p:nvPr/>
        </p:nvGrpSpPr>
        <p:grpSpPr>
          <a:xfrm>
            <a:off x="8352591" y="196800"/>
            <a:ext cx="713803" cy="706547"/>
            <a:chOff x="-4017975" y="616650"/>
            <a:chExt cx="814100" cy="805825"/>
          </a:xfrm>
        </p:grpSpPr>
        <p:sp>
          <p:nvSpPr>
            <p:cNvPr id="2553" name="Google Shape;2553;p79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79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79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79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57" name="Google Shape;2557;p79"/>
          <p:cNvGrpSpPr/>
          <p:nvPr/>
        </p:nvGrpSpPr>
        <p:grpSpPr>
          <a:xfrm rot="10800000">
            <a:off x="-728606" y="92693"/>
            <a:ext cx="1803578" cy="1592367"/>
            <a:chOff x="-4912150" y="-393637"/>
            <a:chExt cx="2057000" cy="1816112"/>
          </a:xfrm>
        </p:grpSpPr>
        <p:sp>
          <p:nvSpPr>
            <p:cNvPr id="2558" name="Google Shape;2558;p79"/>
            <p:cNvSpPr/>
            <p:nvPr/>
          </p:nvSpPr>
          <p:spPr>
            <a:xfrm>
              <a:off x="-4604150" y="-280425"/>
              <a:ext cx="858750" cy="1117575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79"/>
            <p:cNvSpPr/>
            <p:nvPr/>
          </p:nvSpPr>
          <p:spPr>
            <a:xfrm>
              <a:off x="-3780300" y="-305525"/>
              <a:ext cx="62525" cy="57000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79"/>
            <p:cNvSpPr/>
            <p:nvPr/>
          </p:nvSpPr>
          <p:spPr>
            <a:xfrm>
              <a:off x="-4199050" y="281125"/>
              <a:ext cx="155150" cy="154850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79"/>
            <p:cNvSpPr/>
            <p:nvPr/>
          </p:nvSpPr>
          <p:spPr>
            <a:xfrm>
              <a:off x="-4514575" y="97000"/>
              <a:ext cx="740775" cy="896950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79"/>
            <p:cNvSpPr/>
            <p:nvPr/>
          </p:nvSpPr>
          <p:spPr>
            <a:xfrm>
              <a:off x="-3809300" y="72075"/>
              <a:ext cx="61400" cy="56825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79"/>
            <p:cNvSpPr/>
            <p:nvPr/>
          </p:nvSpPr>
          <p:spPr>
            <a:xfrm>
              <a:off x="-4203525" y="-330075"/>
              <a:ext cx="275400" cy="273925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79"/>
            <p:cNvSpPr/>
            <p:nvPr/>
          </p:nvSpPr>
          <p:spPr>
            <a:xfrm>
              <a:off x="-3964425" y="-355100"/>
              <a:ext cx="64750" cy="56950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79"/>
            <p:cNvSpPr/>
            <p:nvPr/>
          </p:nvSpPr>
          <p:spPr>
            <a:xfrm>
              <a:off x="-4230300" y="-88200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79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79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79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79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79"/>
            <p:cNvSpPr/>
            <p:nvPr/>
          </p:nvSpPr>
          <p:spPr>
            <a:xfrm>
              <a:off x="-3761575" y="553550"/>
              <a:ext cx="51025" cy="38375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79"/>
            <p:cNvSpPr/>
            <p:nvPr/>
          </p:nvSpPr>
          <p:spPr>
            <a:xfrm>
              <a:off x="-4478025" y="655725"/>
              <a:ext cx="666475" cy="651250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79"/>
            <p:cNvSpPr/>
            <p:nvPr/>
          </p:nvSpPr>
          <p:spPr>
            <a:xfrm>
              <a:off x="-4579025" y="1370700"/>
              <a:ext cx="46900" cy="38375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79"/>
            <p:cNvSpPr/>
            <p:nvPr/>
          </p:nvSpPr>
          <p:spPr>
            <a:xfrm>
              <a:off x="-4912150" y="393325"/>
              <a:ext cx="547675" cy="546850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79"/>
            <p:cNvSpPr/>
            <p:nvPr/>
          </p:nvSpPr>
          <p:spPr>
            <a:xfrm>
              <a:off x="-3508415" y="-393637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79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79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6">
    <p:spTree>
      <p:nvGrpSpPr>
        <p:cNvPr id="2577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8" name="Google Shape;2578;p80"/>
          <p:cNvSpPr txBox="1"/>
          <p:nvPr>
            <p:ph hasCustomPrompt="1" type="title"/>
          </p:nvPr>
        </p:nvSpPr>
        <p:spPr>
          <a:xfrm>
            <a:off x="1862850" y="556250"/>
            <a:ext cx="5418300" cy="636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79" name="Google Shape;2579;p80"/>
          <p:cNvSpPr txBox="1"/>
          <p:nvPr>
            <p:ph idx="1" type="subTitle"/>
          </p:nvPr>
        </p:nvSpPr>
        <p:spPr>
          <a:xfrm>
            <a:off x="1862850" y="1192550"/>
            <a:ext cx="5418300" cy="293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80" name="Google Shape;2580;p80"/>
          <p:cNvSpPr txBox="1"/>
          <p:nvPr>
            <p:ph hasCustomPrompt="1" idx="2" type="title"/>
          </p:nvPr>
        </p:nvSpPr>
        <p:spPr>
          <a:xfrm>
            <a:off x="1862850" y="2106900"/>
            <a:ext cx="5418300" cy="636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81" name="Google Shape;2581;p80"/>
          <p:cNvSpPr txBox="1"/>
          <p:nvPr>
            <p:ph idx="3" type="subTitle"/>
          </p:nvPr>
        </p:nvSpPr>
        <p:spPr>
          <a:xfrm>
            <a:off x="1862850" y="2743200"/>
            <a:ext cx="5418300" cy="293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82" name="Google Shape;2582;p80"/>
          <p:cNvSpPr txBox="1"/>
          <p:nvPr>
            <p:ph hasCustomPrompt="1" idx="4" type="title"/>
          </p:nvPr>
        </p:nvSpPr>
        <p:spPr>
          <a:xfrm>
            <a:off x="1862850" y="3657550"/>
            <a:ext cx="5418300" cy="636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b="1"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83" name="Google Shape;2583;p80"/>
          <p:cNvSpPr txBox="1"/>
          <p:nvPr>
            <p:ph idx="5" type="subTitle"/>
          </p:nvPr>
        </p:nvSpPr>
        <p:spPr>
          <a:xfrm>
            <a:off x="1862850" y="4293850"/>
            <a:ext cx="5418300" cy="293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584" name="Google Shape;2584;p80"/>
          <p:cNvGrpSpPr/>
          <p:nvPr/>
        </p:nvGrpSpPr>
        <p:grpSpPr>
          <a:xfrm flipH="1">
            <a:off x="7051226" y="-890069"/>
            <a:ext cx="1938846" cy="1720830"/>
            <a:chOff x="-1873362" y="2120543"/>
            <a:chExt cx="1938846" cy="1720830"/>
          </a:xfrm>
        </p:grpSpPr>
        <p:sp>
          <p:nvSpPr>
            <p:cNvPr id="2585" name="Google Shape;2585;p80"/>
            <p:cNvSpPr/>
            <p:nvPr/>
          </p:nvSpPr>
          <p:spPr>
            <a:xfrm>
              <a:off x="-1603307" y="2348270"/>
              <a:ext cx="752952" cy="979890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80"/>
            <p:cNvSpPr/>
            <p:nvPr/>
          </p:nvSpPr>
          <p:spPr>
            <a:xfrm>
              <a:off x="-880956" y="2326262"/>
              <a:ext cx="54822" cy="49978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80"/>
            <p:cNvSpPr/>
            <p:nvPr/>
          </p:nvSpPr>
          <p:spPr>
            <a:xfrm>
              <a:off x="-1248116" y="2840637"/>
              <a:ext cx="136036" cy="135772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80"/>
            <p:cNvSpPr/>
            <p:nvPr/>
          </p:nvSpPr>
          <p:spPr>
            <a:xfrm>
              <a:off x="-1524768" y="2679196"/>
              <a:ext cx="649512" cy="786446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80"/>
            <p:cNvSpPr/>
            <p:nvPr/>
          </p:nvSpPr>
          <p:spPr>
            <a:xfrm>
              <a:off x="-906383" y="2657342"/>
              <a:ext cx="53836" cy="49824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80"/>
            <p:cNvSpPr/>
            <p:nvPr/>
          </p:nvSpPr>
          <p:spPr>
            <a:xfrm>
              <a:off x="-1252039" y="2304737"/>
              <a:ext cx="241471" cy="240177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80"/>
            <p:cNvSpPr/>
            <p:nvPr/>
          </p:nvSpPr>
          <p:spPr>
            <a:xfrm>
              <a:off x="-1042397" y="2282795"/>
              <a:ext cx="56773" cy="49934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80"/>
            <p:cNvSpPr/>
            <p:nvPr/>
          </p:nvSpPr>
          <p:spPr>
            <a:xfrm>
              <a:off x="-1275516" y="2516813"/>
              <a:ext cx="54822" cy="49802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80"/>
            <p:cNvSpPr/>
            <p:nvPr/>
          </p:nvSpPr>
          <p:spPr>
            <a:xfrm>
              <a:off x="-1067824" y="3161765"/>
              <a:ext cx="659200" cy="657841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80"/>
            <p:cNvSpPr/>
            <p:nvPr/>
          </p:nvSpPr>
          <p:spPr>
            <a:xfrm>
              <a:off x="-676683" y="3289011"/>
              <a:ext cx="136014" cy="135772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80"/>
            <p:cNvSpPr/>
            <p:nvPr/>
          </p:nvSpPr>
          <p:spPr>
            <a:xfrm>
              <a:off x="-429382" y="3134825"/>
              <a:ext cx="53836" cy="50065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80"/>
            <p:cNvSpPr/>
            <p:nvPr/>
          </p:nvSpPr>
          <p:spPr>
            <a:xfrm>
              <a:off x="-1089349" y="3791702"/>
              <a:ext cx="49912" cy="49671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80"/>
            <p:cNvSpPr/>
            <p:nvPr/>
          </p:nvSpPr>
          <p:spPr>
            <a:xfrm>
              <a:off x="-864538" y="3079499"/>
              <a:ext cx="44739" cy="33647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80"/>
            <p:cNvSpPr/>
            <p:nvPr/>
          </p:nvSpPr>
          <p:spPr>
            <a:xfrm>
              <a:off x="-1492721" y="3169086"/>
              <a:ext cx="584365" cy="571016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80"/>
            <p:cNvSpPr/>
            <p:nvPr/>
          </p:nvSpPr>
          <p:spPr>
            <a:xfrm>
              <a:off x="-1581278" y="3795976"/>
              <a:ext cx="41122" cy="33647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80"/>
            <p:cNvSpPr/>
            <p:nvPr/>
          </p:nvSpPr>
          <p:spPr>
            <a:xfrm>
              <a:off x="-1873362" y="2939014"/>
              <a:ext cx="480201" cy="479478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80"/>
            <p:cNvSpPr/>
            <p:nvPr/>
          </p:nvSpPr>
          <p:spPr>
            <a:xfrm>
              <a:off x="-414717" y="2120543"/>
              <a:ext cx="480201" cy="47989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80"/>
            <p:cNvSpPr/>
            <p:nvPr/>
          </p:nvSpPr>
          <p:spPr>
            <a:xfrm>
              <a:off x="-287757" y="2820734"/>
              <a:ext cx="217972" cy="209731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80"/>
            <p:cNvSpPr/>
            <p:nvPr/>
          </p:nvSpPr>
          <p:spPr>
            <a:xfrm>
              <a:off x="-221208" y="2878778"/>
              <a:ext cx="93204" cy="93467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04" name="Google Shape;2604;p80"/>
          <p:cNvGrpSpPr/>
          <p:nvPr/>
        </p:nvGrpSpPr>
        <p:grpSpPr>
          <a:xfrm flipH="1">
            <a:off x="-693003" y="-88512"/>
            <a:ext cx="1516025" cy="1489525"/>
            <a:chOff x="-3888525" y="-3012325"/>
            <a:chExt cx="1516025" cy="1489525"/>
          </a:xfrm>
        </p:grpSpPr>
        <p:sp>
          <p:nvSpPr>
            <p:cNvPr id="2605" name="Google Shape;2605;p80"/>
            <p:cNvSpPr/>
            <p:nvPr/>
          </p:nvSpPr>
          <p:spPr>
            <a:xfrm>
              <a:off x="-3076125" y="-3012325"/>
              <a:ext cx="38525" cy="38250"/>
            </a:xfrm>
            <a:custGeom>
              <a:rect b="b" l="l" r="r" t="t"/>
              <a:pathLst>
                <a:path extrusionOk="0" h="1530" w="1541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80"/>
            <p:cNvSpPr/>
            <p:nvPr/>
          </p:nvSpPr>
          <p:spPr>
            <a:xfrm>
              <a:off x="-3648325" y="-2918425"/>
              <a:ext cx="523950" cy="509300"/>
            </a:xfrm>
            <a:custGeom>
              <a:rect b="b" l="l" r="r" t="t"/>
              <a:pathLst>
                <a:path extrusionOk="0" h="20372" w="20958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80"/>
            <p:cNvSpPr/>
            <p:nvPr/>
          </p:nvSpPr>
          <p:spPr>
            <a:xfrm>
              <a:off x="-3742350" y="-2353475"/>
              <a:ext cx="53025" cy="38650"/>
            </a:xfrm>
            <a:custGeom>
              <a:rect b="b" l="l" r="r" t="t"/>
              <a:pathLst>
                <a:path extrusionOk="0" h="1546" w="2121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80"/>
            <p:cNvSpPr/>
            <p:nvPr/>
          </p:nvSpPr>
          <p:spPr>
            <a:xfrm>
              <a:off x="-3719475" y="-24833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80"/>
            <p:cNvSpPr/>
            <p:nvPr/>
          </p:nvSpPr>
          <p:spPr>
            <a:xfrm>
              <a:off x="-3888525" y="-2128825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80"/>
            <p:cNvSpPr/>
            <p:nvPr/>
          </p:nvSpPr>
          <p:spPr>
            <a:xfrm>
              <a:off x="-3626300" y="-1680825"/>
              <a:ext cx="184175" cy="158025"/>
            </a:xfrm>
            <a:custGeom>
              <a:rect b="b" l="l" r="r" t="t"/>
              <a:pathLst>
                <a:path extrusionOk="0" h="6321" w="7367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80"/>
            <p:cNvSpPr/>
            <p:nvPr/>
          </p:nvSpPr>
          <p:spPr>
            <a:xfrm>
              <a:off x="-3559050" y="-1636200"/>
              <a:ext cx="76175" cy="68900"/>
            </a:xfrm>
            <a:custGeom>
              <a:rect b="b" l="l" r="r" t="t"/>
              <a:pathLst>
                <a:path extrusionOk="0" h="2756" w="3047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80"/>
            <p:cNvSpPr/>
            <p:nvPr/>
          </p:nvSpPr>
          <p:spPr>
            <a:xfrm>
              <a:off x="-3151175" y="-2605875"/>
              <a:ext cx="752125" cy="750250"/>
            </a:xfrm>
            <a:custGeom>
              <a:rect b="b" l="l" r="r" t="t"/>
              <a:pathLst>
                <a:path extrusionOk="0" h="30010" w="30085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80"/>
            <p:cNvSpPr/>
            <p:nvPr/>
          </p:nvSpPr>
          <p:spPr>
            <a:xfrm>
              <a:off x="-2704800" y="-2461050"/>
              <a:ext cx="155150" cy="155150"/>
            </a:xfrm>
            <a:custGeom>
              <a:rect b="b" l="l" r="r" t="t"/>
              <a:pathLst>
                <a:path extrusionOk="0" h="6206" w="6206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80"/>
            <p:cNvSpPr/>
            <p:nvPr/>
          </p:nvSpPr>
          <p:spPr>
            <a:xfrm>
              <a:off x="-2435025" y="-2631025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80"/>
            <p:cNvSpPr/>
            <p:nvPr/>
          </p:nvSpPr>
          <p:spPr>
            <a:xfrm>
              <a:off x="-3175450" y="-1887725"/>
              <a:ext cx="56675" cy="56925"/>
            </a:xfrm>
            <a:custGeom>
              <a:rect b="b" l="l" r="r" t="t"/>
              <a:pathLst>
                <a:path extrusionOk="0" h="2277" w="2267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16" name="Google Shape;2616;p80"/>
          <p:cNvGrpSpPr/>
          <p:nvPr/>
        </p:nvGrpSpPr>
        <p:grpSpPr>
          <a:xfrm flipH="1">
            <a:off x="8030519" y="1531768"/>
            <a:ext cx="1019565" cy="1290805"/>
            <a:chOff x="-4017975" y="-49702"/>
            <a:chExt cx="1162825" cy="1472177"/>
          </a:xfrm>
        </p:grpSpPr>
        <p:sp>
          <p:nvSpPr>
            <p:cNvPr id="2617" name="Google Shape;2617;p80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80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80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80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80"/>
            <p:cNvSpPr/>
            <p:nvPr/>
          </p:nvSpPr>
          <p:spPr>
            <a:xfrm>
              <a:off x="-3633259" y="-49702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80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80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24" name="Google Shape;2624;p80"/>
          <p:cNvGrpSpPr/>
          <p:nvPr/>
        </p:nvGrpSpPr>
        <p:grpSpPr>
          <a:xfrm flipH="1">
            <a:off x="-3" y="3171850"/>
            <a:ext cx="1929500" cy="2210100"/>
            <a:chOff x="295725" y="-3462825"/>
            <a:chExt cx="1929500" cy="2210100"/>
          </a:xfrm>
        </p:grpSpPr>
        <p:sp>
          <p:nvSpPr>
            <p:cNvPr id="2625" name="Google Shape;2625;p80"/>
            <p:cNvSpPr/>
            <p:nvPr/>
          </p:nvSpPr>
          <p:spPr>
            <a:xfrm>
              <a:off x="1089425" y="-3462825"/>
              <a:ext cx="700025" cy="959400"/>
            </a:xfrm>
            <a:custGeom>
              <a:rect b="b" l="l" r="r" t="t"/>
              <a:pathLst>
                <a:path extrusionOk="0" h="38376" w="28001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80"/>
            <p:cNvSpPr/>
            <p:nvPr/>
          </p:nvSpPr>
          <p:spPr>
            <a:xfrm>
              <a:off x="1064875" y="-2535525"/>
              <a:ext cx="56950" cy="56925"/>
            </a:xfrm>
            <a:custGeom>
              <a:rect b="b" l="l" r="r" t="t"/>
              <a:pathLst>
                <a:path extrusionOk="0" h="2277" w="2278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80"/>
            <p:cNvSpPr/>
            <p:nvPr/>
          </p:nvSpPr>
          <p:spPr>
            <a:xfrm>
              <a:off x="1212200" y="-2944175"/>
              <a:ext cx="869900" cy="1026350"/>
            </a:xfrm>
            <a:custGeom>
              <a:rect b="b" l="l" r="r" t="t"/>
              <a:pathLst>
                <a:path extrusionOk="0" h="41054" w="34796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80"/>
            <p:cNvSpPr/>
            <p:nvPr/>
          </p:nvSpPr>
          <p:spPr>
            <a:xfrm>
              <a:off x="1577675" y="-2592175"/>
              <a:ext cx="155125" cy="154875"/>
            </a:xfrm>
            <a:custGeom>
              <a:rect b="b" l="l" r="r" t="t"/>
              <a:pathLst>
                <a:path extrusionOk="0" h="6195" w="6205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80"/>
            <p:cNvSpPr/>
            <p:nvPr/>
          </p:nvSpPr>
          <p:spPr>
            <a:xfrm>
              <a:off x="1188475" y="-1949950"/>
              <a:ext cx="56950" cy="56950"/>
            </a:xfrm>
            <a:custGeom>
              <a:rect b="b" l="l" r="r" t="t"/>
              <a:pathLst>
                <a:path extrusionOk="0" h="2278" w="2278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80"/>
            <p:cNvSpPr/>
            <p:nvPr/>
          </p:nvSpPr>
          <p:spPr>
            <a:xfrm>
              <a:off x="2043025" y="-3122375"/>
              <a:ext cx="38525" cy="38650"/>
            </a:xfrm>
            <a:custGeom>
              <a:rect b="b" l="l" r="r" t="t"/>
              <a:pathLst>
                <a:path extrusionOk="0" h="1546" w="1541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80"/>
            <p:cNvSpPr/>
            <p:nvPr/>
          </p:nvSpPr>
          <p:spPr>
            <a:xfrm>
              <a:off x="1472200" y="-3028150"/>
              <a:ext cx="522225" cy="509375"/>
            </a:xfrm>
            <a:custGeom>
              <a:rect b="b" l="l" r="r" t="t"/>
              <a:pathLst>
                <a:path extrusionOk="0" h="20375" w="20889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80"/>
            <p:cNvSpPr/>
            <p:nvPr/>
          </p:nvSpPr>
          <p:spPr>
            <a:xfrm>
              <a:off x="1384050" y="-2463000"/>
              <a:ext cx="38250" cy="38250"/>
            </a:xfrm>
            <a:custGeom>
              <a:rect b="b" l="l" r="r" t="t"/>
              <a:pathLst>
                <a:path extrusionOk="0" h="1530" w="153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80"/>
            <p:cNvSpPr/>
            <p:nvPr/>
          </p:nvSpPr>
          <p:spPr>
            <a:xfrm>
              <a:off x="1108400" y="-3240375"/>
              <a:ext cx="38250" cy="38650"/>
            </a:xfrm>
            <a:custGeom>
              <a:rect b="b" l="l" r="r" t="t"/>
              <a:pathLst>
                <a:path extrusionOk="0" h="1546" w="153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80"/>
            <p:cNvSpPr/>
            <p:nvPr/>
          </p:nvSpPr>
          <p:spPr>
            <a:xfrm>
              <a:off x="537050" y="-3146175"/>
              <a:ext cx="522775" cy="509125"/>
            </a:xfrm>
            <a:custGeom>
              <a:rect b="b" l="l" r="r" t="t"/>
              <a:pathLst>
                <a:path extrusionOk="0" h="20365" w="20911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80"/>
            <p:cNvSpPr/>
            <p:nvPr/>
          </p:nvSpPr>
          <p:spPr>
            <a:xfrm>
              <a:off x="449150" y="-2581150"/>
              <a:ext cx="38250" cy="38375"/>
            </a:xfrm>
            <a:custGeom>
              <a:rect b="b" l="l" r="r" t="t"/>
              <a:pathLst>
                <a:path extrusionOk="0" h="1535" w="153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80"/>
            <p:cNvSpPr/>
            <p:nvPr/>
          </p:nvSpPr>
          <p:spPr>
            <a:xfrm>
              <a:off x="1636250" y="-2122350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80"/>
            <p:cNvSpPr/>
            <p:nvPr/>
          </p:nvSpPr>
          <p:spPr>
            <a:xfrm>
              <a:off x="1711575" y="-2197675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80"/>
            <p:cNvSpPr/>
            <p:nvPr/>
          </p:nvSpPr>
          <p:spPr>
            <a:xfrm>
              <a:off x="1786900" y="-2273000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80"/>
            <p:cNvSpPr/>
            <p:nvPr/>
          </p:nvSpPr>
          <p:spPr>
            <a:xfrm>
              <a:off x="1862225" y="-2348325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80"/>
            <p:cNvSpPr/>
            <p:nvPr/>
          </p:nvSpPr>
          <p:spPr>
            <a:xfrm>
              <a:off x="1937550" y="-2423950"/>
              <a:ext cx="137025" cy="25425"/>
            </a:xfrm>
            <a:custGeom>
              <a:rect b="b" l="l" r="r" t="t"/>
              <a:pathLst>
                <a:path extrusionOk="0" h="1017" w="5481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80"/>
            <p:cNvSpPr/>
            <p:nvPr/>
          </p:nvSpPr>
          <p:spPr>
            <a:xfrm>
              <a:off x="2013150" y="-2499275"/>
              <a:ext cx="136750" cy="25150"/>
            </a:xfrm>
            <a:custGeom>
              <a:rect b="b" l="l" r="r" t="t"/>
              <a:pathLst>
                <a:path extrusionOk="0" h="1006" w="547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80"/>
            <p:cNvSpPr/>
            <p:nvPr/>
          </p:nvSpPr>
          <p:spPr>
            <a:xfrm>
              <a:off x="2088500" y="-2574600"/>
              <a:ext cx="136725" cy="25150"/>
            </a:xfrm>
            <a:custGeom>
              <a:rect b="b" l="l" r="r" t="t"/>
              <a:pathLst>
                <a:path extrusionOk="0" h="1006" w="5469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80"/>
            <p:cNvSpPr/>
            <p:nvPr/>
          </p:nvSpPr>
          <p:spPr>
            <a:xfrm>
              <a:off x="463950" y="-2710950"/>
              <a:ext cx="548500" cy="546775"/>
            </a:xfrm>
            <a:custGeom>
              <a:rect b="b" l="l" r="r" t="t"/>
              <a:pathLst>
                <a:path extrusionOk="0" h="21871" w="2194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80"/>
            <p:cNvSpPr/>
            <p:nvPr/>
          </p:nvSpPr>
          <p:spPr>
            <a:xfrm>
              <a:off x="942975" y="-1800075"/>
              <a:ext cx="549225" cy="547350"/>
            </a:xfrm>
            <a:custGeom>
              <a:rect b="b" l="l" r="r" t="t"/>
              <a:pathLst>
                <a:path extrusionOk="0" h="21894" w="21969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80"/>
            <p:cNvSpPr/>
            <p:nvPr/>
          </p:nvSpPr>
          <p:spPr>
            <a:xfrm>
              <a:off x="295725" y="-2356925"/>
              <a:ext cx="548500" cy="547050"/>
            </a:xfrm>
            <a:custGeom>
              <a:rect b="b" l="l" r="r" t="t"/>
              <a:pathLst>
                <a:path extrusionOk="0" h="21882" w="2194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80"/>
            <p:cNvSpPr/>
            <p:nvPr/>
          </p:nvSpPr>
          <p:spPr>
            <a:xfrm>
              <a:off x="1774900" y="-1975200"/>
              <a:ext cx="248600" cy="239275"/>
            </a:xfrm>
            <a:custGeom>
              <a:rect b="b" l="l" r="r" t="t"/>
              <a:pathLst>
                <a:path extrusionOk="0" h="9571" w="9944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80"/>
            <p:cNvSpPr/>
            <p:nvPr/>
          </p:nvSpPr>
          <p:spPr>
            <a:xfrm>
              <a:off x="1850800" y="-1908650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80"/>
            <p:cNvSpPr/>
            <p:nvPr/>
          </p:nvSpPr>
          <p:spPr>
            <a:xfrm>
              <a:off x="735125" y="-2028925"/>
              <a:ext cx="184150" cy="157950"/>
            </a:xfrm>
            <a:custGeom>
              <a:rect b="b" l="l" r="r" t="t"/>
              <a:pathLst>
                <a:path extrusionOk="0" h="6318" w="7366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80"/>
            <p:cNvSpPr/>
            <p:nvPr/>
          </p:nvSpPr>
          <p:spPr>
            <a:xfrm>
              <a:off x="803475" y="-1984150"/>
              <a:ext cx="74500" cy="69000"/>
            </a:xfrm>
            <a:custGeom>
              <a:rect b="b" l="l" r="r" t="t"/>
              <a:pathLst>
                <a:path extrusionOk="0" h="2760" w="298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6_1">
    <p:spTree>
      <p:nvGrpSpPr>
        <p:cNvPr id="2650" name="Shape 2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1" name="Google Shape;2651;p81"/>
          <p:cNvSpPr txBox="1"/>
          <p:nvPr>
            <p:ph idx="1" type="body"/>
          </p:nvPr>
        </p:nvSpPr>
        <p:spPr>
          <a:xfrm>
            <a:off x="1932150" y="1660875"/>
            <a:ext cx="5279700" cy="22392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 sz="12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  <a:defRPr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  <a:defRPr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/>
            </a:lvl9pPr>
          </a:lstStyle>
          <a:p/>
        </p:txBody>
      </p:sp>
      <p:sp>
        <p:nvSpPr>
          <p:cNvPr id="2652" name="Google Shape;2652;p81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3" name="Google Shape;2653;p81"/>
          <p:cNvGrpSpPr/>
          <p:nvPr/>
        </p:nvGrpSpPr>
        <p:grpSpPr>
          <a:xfrm rot="10800000">
            <a:off x="-615206" y="2336518"/>
            <a:ext cx="1803578" cy="1592367"/>
            <a:chOff x="-4912150" y="-393637"/>
            <a:chExt cx="2057000" cy="1816112"/>
          </a:xfrm>
        </p:grpSpPr>
        <p:sp>
          <p:nvSpPr>
            <p:cNvPr id="2654" name="Google Shape;2654;p81"/>
            <p:cNvSpPr/>
            <p:nvPr/>
          </p:nvSpPr>
          <p:spPr>
            <a:xfrm>
              <a:off x="-4604150" y="-280425"/>
              <a:ext cx="858750" cy="1117575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81"/>
            <p:cNvSpPr/>
            <p:nvPr/>
          </p:nvSpPr>
          <p:spPr>
            <a:xfrm>
              <a:off x="-3780300" y="-305525"/>
              <a:ext cx="62525" cy="57000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81"/>
            <p:cNvSpPr/>
            <p:nvPr/>
          </p:nvSpPr>
          <p:spPr>
            <a:xfrm>
              <a:off x="-4199050" y="281125"/>
              <a:ext cx="155150" cy="154850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81"/>
            <p:cNvSpPr/>
            <p:nvPr/>
          </p:nvSpPr>
          <p:spPr>
            <a:xfrm>
              <a:off x="-4514575" y="97000"/>
              <a:ext cx="740775" cy="896950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81"/>
            <p:cNvSpPr/>
            <p:nvPr/>
          </p:nvSpPr>
          <p:spPr>
            <a:xfrm>
              <a:off x="-3809300" y="72075"/>
              <a:ext cx="61400" cy="56825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81"/>
            <p:cNvSpPr/>
            <p:nvPr/>
          </p:nvSpPr>
          <p:spPr>
            <a:xfrm>
              <a:off x="-4203525" y="-330075"/>
              <a:ext cx="275400" cy="273925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81"/>
            <p:cNvSpPr/>
            <p:nvPr/>
          </p:nvSpPr>
          <p:spPr>
            <a:xfrm>
              <a:off x="-3964425" y="-355100"/>
              <a:ext cx="64750" cy="56950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81"/>
            <p:cNvSpPr/>
            <p:nvPr/>
          </p:nvSpPr>
          <p:spPr>
            <a:xfrm>
              <a:off x="-4230300" y="-88200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81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81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81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81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81"/>
            <p:cNvSpPr/>
            <p:nvPr/>
          </p:nvSpPr>
          <p:spPr>
            <a:xfrm>
              <a:off x="-3761575" y="553550"/>
              <a:ext cx="51025" cy="38375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81"/>
            <p:cNvSpPr/>
            <p:nvPr/>
          </p:nvSpPr>
          <p:spPr>
            <a:xfrm>
              <a:off x="-4478025" y="655725"/>
              <a:ext cx="666475" cy="651250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81"/>
            <p:cNvSpPr/>
            <p:nvPr/>
          </p:nvSpPr>
          <p:spPr>
            <a:xfrm>
              <a:off x="-4579025" y="1370700"/>
              <a:ext cx="46900" cy="38375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81"/>
            <p:cNvSpPr/>
            <p:nvPr/>
          </p:nvSpPr>
          <p:spPr>
            <a:xfrm>
              <a:off x="-4912150" y="393325"/>
              <a:ext cx="547675" cy="546850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81"/>
            <p:cNvSpPr/>
            <p:nvPr/>
          </p:nvSpPr>
          <p:spPr>
            <a:xfrm>
              <a:off x="-3508415" y="-393637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81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81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2673" name="Shape 2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4" name="Google Shape;2674;p82"/>
          <p:cNvSpPr txBox="1"/>
          <p:nvPr>
            <p:ph type="ctrTitle"/>
          </p:nvPr>
        </p:nvSpPr>
        <p:spPr>
          <a:xfrm>
            <a:off x="782850" y="1264217"/>
            <a:ext cx="3380400" cy="7125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b="1"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675" name="Google Shape;2675;p82"/>
          <p:cNvSpPr txBox="1"/>
          <p:nvPr>
            <p:ph idx="1" type="subTitle"/>
          </p:nvPr>
        </p:nvSpPr>
        <p:spPr>
          <a:xfrm>
            <a:off x="782850" y="2542667"/>
            <a:ext cx="3687900" cy="1341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76" name="Google Shape;2676;p82"/>
          <p:cNvSpPr txBox="1"/>
          <p:nvPr/>
        </p:nvSpPr>
        <p:spPr>
          <a:xfrm>
            <a:off x="3038500" y="3831325"/>
            <a:ext cx="4543500" cy="6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rPr>
              <a:t>CREDITS: This presentation template was created by </a:t>
            </a:r>
            <a:r>
              <a:rPr b="1" lang="es" sz="1200">
                <a:solidFill>
                  <a:schemeClr val="dk1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s" sz="1200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rPr>
              <a:t>, including icons by </a:t>
            </a:r>
            <a:r>
              <a:rPr b="1" lang="es" sz="1200">
                <a:solidFill>
                  <a:schemeClr val="dk1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s" sz="1200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rPr>
              <a:t>, and infographics &amp; images by </a:t>
            </a:r>
            <a:r>
              <a:rPr b="1" lang="es" sz="1200">
                <a:solidFill>
                  <a:schemeClr val="dk1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 u="sng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grpSp>
        <p:nvGrpSpPr>
          <p:cNvPr id="2677" name="Google Shape;2677;p82"/>
          <p:cNvGrpSpPr/>
          <p:nvPr/>
        </p:nvGrpSpPr>
        <p:grpSpPr>
          <a:xfrm flipH="1">
            <a:off x="-262674" y="3935863"/>
            <a:ext cx="716725" cy="901375"/>
            <a:chOff x="-3888525" y="-2483300"/>
            <a:chExt cx="716725" cy="901375"/>
          </a:xfrm>
        </p:grpSpPr>
        <p:sp>
          <p:nvSpPr>
            <p:cNvPr id="2678" name="Google Shape;2678;p82"/>
            <p:cNvSpPr/>
            <p:nvPr/>
          </p:nvSpPr>
          <p:spPr>
            <a:xfrm>
              <a:off x="-3719475" y="-24833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82"/>
            <p:cNvSpPr/>
            <p:nvPr/>
          </p:nvSpPr>
          <p:spPr>
            <a:xfrm>
              <a:off x="-3888525" y="-2128825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80" name="Google Shape;2680;p82"/>
          <p:cNvGrpSpPr/>
          <p:nvPr/>
        </p:nvGrpSpPr>
        <p:grpSpPr>
          <a:xfrm flipH="1">
            <a:off x="454038" y="4456988"/>
            <a:ext cx="323925" cy="323650"/>
            <a:chOff x="1608625" y="299800"/>
            <a:chExt cx="323925" cy="323650"/>
          </a:xfrm>
        </p:grpSpPr>
        <p:sp>
          <p:nvSpPr>
            <p:cNvPr id="2681" name="Google Shape;2681;p82"/>
            <p:cNvSpPr/>
            <p:nvPr/>
          </p:nvSpPr>
          <p:spPr>
            <a:xfrm>
              <a:off x="1633450" y="324425"/>
              <a:ext cx="275900" cy="274200"/>
            </a:xfrm>
            <a:custGeom>
              <a:rect b="b" l="l" r="r" t="t"/>
              <a:pathLst>
                <a:path extrusionOk="0" h="10968" w="11036">
                  <a:moveTo>
                    <a:pt x="10830" y="0"/>
                  </a:moveTo>
                  <a:cubicBezTo>
                    <a:pt x="10795" y="0"/>
                    <a:pt x="10758" y="16"/>
                    <a:pt x="10725" y="54"/>
                  </a:cubicBezTo>
                  <a:lnTo>
                    <a:pt x="46" y="10733"/>
                  </a:lnTo>
                  <a:cubicBezTo>
                    <a:pt x="1" y="10789"/>
                    <a:pt x="1" y="10867"/>
                    <a:pt x="46" y="10923"/>
                  </a:cubicBezTo>
                  <a:cubicBezTo>
                    <a:pt x="79" y="10956"/>
                    <a:pt x="112" y="10968"/>
                    <a:pt x="146" y="10968"/>
                  </a:cubicBezTo>
                  <a:cubicBezTo>
                    <a:pt x="191" y="10968"/>
                    <a:pt x="224" y="10956"/>
                    <a:pt x="246" y="10923"/>
                  </a:cubicBezTo>
                  <a:lnTo>
                    <a:pt x="10926" y="254"/>
                  </a:lnTo>
                  <a:cubicBezTo>
                    <a:pt x="11036" y="153"/>
                    <a:pt x="10941" y="0"/>
                    <a:pt x="108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82"/>
            <p:cNvSpPr/>
            <p:nvPr/>
          </p:nvSpPr>
          <p:spPr>
            <a:xfrm>
              <a:off x="1875625" y="299800"/>
              <a:ext cx="56925" cy="56950"/>
            </a:xfrm>
            <a:custGeom>
              <a:rect b="b" l="l" r="r" t="t"/>
              <a:pathLst>
                <a:path extrusionOk="0" h="2278" w="2277">
                  <a:moveTo>
                    <a:pt x="1139" y="1"/>
                  </a:moveTo>
                  <a:cubicBezTo>
                    <a:pt x="514" y="1"/>
                    <a:pt x="0" y="514"/>
                    <a:pt x="0" y="1139"/>
                  </a:cubicBezTo>
                  <a:cubicBezTo>
                    <a:pt x="0" y="1764"/>
                    <a:pt x="514" y="2277"/>
                    <a:pt x="1139" y="2277"/>
                  </a:cubicBezTo>
                  <a:cubicBezTo>
                    <a:pt x="1764" y="2277"/>
                    <a:pt x="2277" y="1764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82"/>
            <p:cNvSpPr/>
            <p:nvPr/>
          </p:nvSpPr>
          <p:spPr>
            <a:xfrm>
              <a:off x="1608625" y="566800"/>
              <a:ext cx="56950" cy="56650"/>
            </a:xfrm>
            <a:custGeom>
              <a:rect b="b" l="l" r="r" t="t"/>
              <a:pathLst>
                <a:path extrusionOk="0" h="2266" w="2278">
                  <a:moveTo>
                    <a:pt x="1139" y="0"/>
                  </a:moveTo>
                  <a:cubicBezTo>
                    <a:pt x="514" y="0"/>
                    <a:pt x="1" y="503"/>
                    <a:pt x="1" y="1127"/>
                  </a:cubicBezTo>
                  <a:cubicBezTo>
                    <a:pt x="1" y="1764"/>
                    <a:pt x="514" y="2266"/>
                    <a:pt x="1139" y="2266"/>
                  </a:cubicBezTo>
                  <a:cubicBezTo>
                    <a:pt x="1775" y="2266"/>
                    <a:pt x="2277" y="1764"/>
                    <a:pt x="2277" y="1127"/>
                  </a:cubicBezTo>
                  <a:cubicBezTo>
                    <a:pt x="2277" y="503"/>
                    <a:pt x="1775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84" name="Google Shape;2684;p82"/>
          <p:cNvGrpSpPr/>
          <p:nvPr/>
        </p:nvGrpSpPr>
        <p:grpSpPr>
          <a:xfrm flipH="1">
            <a:off x="7896101" y="233975"/>
            <a:ext cx="1516025" cy="1489525"/>
            <a:chOff x="-3888525" y="-3012325"/>
            <a:chExt cx="1516025" cy="1489525"/>
          </a:xfrm>
        </p:grpSpPr>
        <p:sp>
          <p:nvSpPr>
            <p:cNvPr id="2685" name="Google Shape;2685;p82"/>
            <p:cNvSpPr/>
            <p:nvPr/>
          </p:nvSpPr>
          <p:spPr>
            <a:xfrm>
              <a:off x="-3076125" y="-3012325"/>
              <a:ext cx="38525" cy="38250"/>
            </a:xfrm>
            <a:custGeom>
              <a:rect b="b" l="l" r="r" t="t"/>
              <a:pathLst>
                <a:path extrusionOk="0" h="1530" w="1541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82"/>
            <p:cNvSpPr/>
            <p:nvPr/>
          </p:nvSpPr>
          <p:spPr>
            <a:xfrm>
              <a:off x="-3648325" y="-2918425"/>
              <a:ext cx="523950" cy="509300"/>
            </a:xfrm>
            <a:custGeom>
              <a:rect b="b" l="l" r="r" t="t"/>
              <a:pathLst>
                <a:path extrusionOk="0" h="20372" w="20958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82"/>
            <p:cNvSpPr/>
            <p:nvPr/>
          </p:nvSpPr>
          <p:spPr>
            <a:xfrm>
              <a:off x="-3742350" y="-2353475"/>
              <a:ext cx="53025" cy="38650"/>
            </a:xfrm>
            <a:custGeom>
              <a:rect b="b" l="l" r="r" t="t"/>
              <a:pathLst>
                <a:path extrusionOk="0" h="1546" w="2121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82"/>
            <p:cNvSpPr/>
            <p:nvPr/>
          </p:nvSpPr>
          <p:spPr>
            <a:xfrm>
              <a:off x="-3719475" y="-2483300"/>
              <a:ext cx="547675" cy="547050"/>
            </a:xfrm>
            <a:custGeom>
              <a:rect b="b" l="l" r="r" t="t"/>
              <a:pathLst>
                <a:path extrusionOk="0" h="21882" w="21907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82"/>
            <p:cNvSpPr/>
            <p:nvPr/>
          </p:nvSpPr>
          <p:spPr>
            <a:xfrm>
              <a:off x="-3888525" y="-2128825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82"/>
            <p:cNvSpPr/>
            <p:nvPr/>
          </p:nvSpPr>
          <p:spPr>
            <a:xfrm>
              <a:off x="-3626300" y="-1680825"/>
              <a:ext cx="184175" cy="158025"/>
            </a:xfrm>
            <a:custGeom>
              <a:rect b="b" l="l" r="r" t="t"/>
              <a:pathLst>
                <a:path extrusionOk="0" h="6321" w="7367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82"/>
            <p:cNvSpPr/>
            <p:nvPr/>
          </p:nvSpPr>
          <p:spPr>
            <a:xfrm>
              <a:off x="-3559050" y="-1636200"/>
              <a:ext cx="76175" cy="68900"/>
            </a:xfrm>
            <a:custGeom>
              <a:rect b="b" l="l" r="r" t="t"/>
              <a:pathLst>
                <a:path extrusionOk="0" h="2756" w="3047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82"/>
            <p:cNvSpPr/>
            <p:nvPr/>
          </p:nvSpPr>
          <p:spPr>
            <a:xfrm>
              <a:off x="-3151175" y="-2605875"/>
              <a:ext cx="752125" cy="750250"/>
            </a:xfrm>
            <a:custGeom>
              <a:rect b="b" l="l" r="r" t="t"/>
              <a:pathLst>
                <a:path extrusionOk="0" h="30010" w="30085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82"/>
            <p:cNvSpPr/>
            <p:nvPr/>
          </p:nvSpPr>
          <p:spPr>
            <a:xfrm>
              <a:off x="-2704800" y="-2461050"/>
              <a:ext cx="155150" cy="155150"/>
            </a:xfrm>
            <a:custGeom>
              <a:rect b="b" l="l" r="r" t="t"/>
              <a:pathLst>
                <a:path extrusionOk="0" h="6206" w="6206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82"/>
            <p:cNvSpPr/>
            <p:nvPr/>
          </p:nvSpPr>
          <p:spPr>
            <a:xfrm>
              <a:off x="-2435025" y="-2631025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82"/>
            <p:cNvSpPr/>
            <p:nvPr/>
          </p:nvSpPr>
          <p:spPr>
            <a:xfrm>
              <a:off x="-3175450" y="-1887725"/>
              <a:ext cx="56675" cy="56925"/>
            </a:xfrm>
            <a:custGeom>
              <a:rect b="b" l="l" r="r" t="t"/>
              <a:pathLst>
                <a:path extrusionOk="0" h="2277" w="2267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96" name="Google Shape;2696;p82"/>
          <p:cNvGrpSpPr/>
          <p:nvPr/>
        </p:nvGrpSpPr>
        <p:grpSpPr>
          <a:xfrm flipH="1">
            <a:off x="2309235" y="-400369"/>
            <a:ext cx="1019565" cy="1290805"/>
            <a:chOff x="-4017975" y="-49702"/>
            <a:chExt cx="1162825" cy="1472177"/>
          </a:xfrm>
        </p:grpSpPr>
        <p:sp>
          <p:nvSpPr>
            <p:cNvPr id="2697" name="Google Shape;2697;p82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82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82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82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82"/>
            <p:cNvSpPr/>
            <p:nvPr/>
          </p:nvSpPr>
          <p:spPr>
            <a:xfrm>
              <a:off x="-3633259" y="-49702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82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82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04" name="Google Shape;2704;p82"/>
          <p:cNvGrpSpPr/>
          <p:nvPr/>
        </p:nvGrpSpPr>
        <p:grpSpPr>
          <a:xfrm>
            <a:off x="3698801" y="156500"/>
            <a:ext cx="873200" cy="618275"/>
            <a:chOff x="2240101" y="2000"/>
            <a:chExt cx="873200" cy="618275"/>
          </a:xfrm>
        </p:grpSpPr>
        <p:grpSp>
          <p:nvGrpSpPr>
            <p:cNvPr id="2705" name="Google Shape;2705;p82"/>
            <p:cNvGrpSpPr/>
            <p:nvPr/>
          </p:nvGrpSpPr>
          <p:grpSpPr>
            <a:xfrm flipH="1">
              <a:off x="2240101" y="2000"/>
              <a:ext cx="323925" cy="323650"/>
              <a:chOff x="1608625" y="299800"/>
              <a:chExt cx="323925" cy="323650"/>
            </a:xfrm>
          </p:grpSpPr>
          <p:sp>
            <p:nvSpPr>
              <p:cNvPr id="2706" name="Google Shape;2706;p82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7" name="Google Shape;2707;p82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8" name="Google Shape;2708;p82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09" name="Google Shape;2709;p82"/>
            <p:cNvSpPr/>
            <p:nvPr/>
          </p:nvSpPr>
          <p:spPr>
            <a:xfrm flipH="1">
              <a:off x="2564026" y="73375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10" name="Google Shape;2710;p82"/>
          <p:cNvGrpSpPr/>
          <p:nvPr/>
        </p:nvGrpSpPr>
        <p:grpSpPr>
          <a:xfrm flipH="1">
            <a:off x="4163242" y="3973306"/>
            <a:ext cx="1938846" cy="1720830"/>
            <a:chOff x="-4912150" y="-540150"/>
            <a:chExt cx="2211275" cy="1962625"/>
          </a:xfrm>
        </p:grpSpPr>
        <p:sp>
          <p:nvSpPr>
            <p:cNvPr id="2711" name="Google Shape;2711;p82"/>
            <p:cNvSpPr/>
            <p:nvPr/>
          </p:nvSpPr>
          <p:spPr>
            <a:xfrm>
              <a:off x="-4604150" y="-280425"/>
              <a:ext cx="858750" cy="1117575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82"/>
            <p:cNvSpPr/>
            <p:nvPr/>
          </p:nvSpPr>
          <p:spPr>
            <a:xfrm>
              <a:off x="-3780300" y="-305525"/>
              <a:ext cx="62525" cy="57000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82"/>
            <p:cNvSpPr/>
            <p:nvPr/>
          </p:nvSpPr>
          <p:spPr>
            <a:xfrm>
              <a:off x="-4199050" y="281125"/>
              <a:ext cx="155150" cy="154850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82"/>
            <p:cNvSpPr/>
            <p:nvPr/>
          </p:nvSpPr>
          <p:spPr>
            <a:xfrm>
              <a:off x="-4514575" y="97000"/>
              <a:ext cx="740775" cy="896950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82"/>
            <p:cNvSpPr/>
            <p:nvPr/>
          </p:nvSpPr>
          <p:spPr>
            <a:xfrm>
              <a:off x="-3809300" y="72075"/>
              <a:ext cx="61400" cy="56825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82"/>
            <p:cNvSpPr/>
            <p:nvPr/>
          </p:nvSpPr>
          <p:spPr>
            <a:xfrm>
              <a:off x="-4203525" y="-330075"/>
              <a:ext cx="275400" cy="273925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82"/>
            <p:cNvSpPr/>
            <p:nvPr/>
          </p:nvSpPr>
          <p:spPr>
            <a:xfrm>
              <a:off x="-3964425" y="-355100"/>
              <a:ext cx="64750" cy="56950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82"/>
            <p:cNvSpPr/>
            <p:nvPr/>
          </p:nvSpPr>
          <p:spPr>
            <a:xfrm>
              <a:off x="-4230300" y="-88200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82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82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82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82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82"/>
            <p:cNvSpPr/>
            <p:nvPr/>
          </p:nvSpPr>
          <p:spPr>
            <a:xfrm>
              <a:off x="-3761575" y="553550"/>
              <a:ext cx="51025" cy="38375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82"/>
            <p:cNvSpPr/>
            <p:nvPr/>
          </p:nvSpPr>
          <p:spPr>
            <a:xfrm>
              <a:off x="-4478025" y="655725"/>
              <a:ext cx="666475" cy="651250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82"/>
            <p:cNvSpPr/>
            <p:nvPr/>
          </p:nvSpPr>
          <p:spPr>
            <a:xfrm>
              <a:off x="-4579025" y="1370700"/>
              <a:ext cx="46900" cy="38375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82"/>
            <p:cNvSpPr/>
            <p:nvPr/>
          </p:nvSpPr>
          <p:spPr>
            <a:xfrm>
              <a:off x="-4912150" y="393325"/>
              <a:ext cx="547675" cy="546850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82"/>
            <p:cNvSpPr/>
            <p:nvPr/>
          </p:nvSpPr>
          <p:spPr>
            <a:xfrm>
              <a:off x="-3248550" y="-540150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82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82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30" name="Google Shape;2730;p82"/>
          <p:cNvSpPr txBox="1"/>
          <p:nvPr/>
        </p:nvSpPr>
        <p:spPr>
          <a:xfrm>
            <a:off x="4980600" y="2573200"/>
            <a:ext cx="33804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CRÉDITS: Ce modèle de présentation a été créé par </a:t>
            </a:r>
            <a:r>
              <a:rPr b="1" lang="es" sz="1200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comprenant des icônes de </a:t>
            </a:r>
            <a:r>
              <a:rPr b="1" lang="es" sz="1200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des infographies et des images de </a:t>
            </a:r>
            <a:r>
              <a:rPr b="1" lang="es" sz="1200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2731" name="Shape 27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7_1">
    <p:spTree>
      <p:nvGrpSpPr>
        <p:cNvPr id="2732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3" name="Google Shape;2733;p84"/>
          <p:cNvGrpSpPr/>
          <p:nvPr/>
        </p:nvGrpSpPr>
        <p:grpSpPr>
          <a:xfrm>
            <a:off x="8352588" y="816213"/>
            <a:ext cx="1040638" cy="901375"/>
            <a:chOff x="8457538" y="810363"/>
            <a:chExt cx="1040638" cy="901375"/>
          </a:xfrm>
        </p:grpSpPr>
        <p:grpSp>
          <p:nvGrpSpPr>
            <p:cNvPr id="2734" name="Google Shape;2734;p84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2735" name="Google Shape;2735;p84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6" name="Google Shape;2736;p84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37" name="Google Shape;2737;p84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2738" name="Google Shape;2738;p84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9" name="Google Shape;2739;p84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0" name="Google Shape;2740;p84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741" name="Google Shape;2741;p84"/>
          <p:cNvGrpSpPr/>
          <p:nvPr/>
        </p:nvGrpSpPr>
        <p:grpSpPr>
          <a:xfrm>
            <a:off x="4841575" y="4619788"/>
            <a:ext cx="1040638" cy="901375"/>
            <a:chOff x="8457538" y="810363"/>
            <a:chExt cx="1040638" cy="901375"/>
          </a:xfrm>
        </p:grpSpPr>
        <p:grpSp>
          <p:nvGrpSpPr>
            <p:cNvPr id="2742" name="Google Shape;2742;p84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2743" name="Google Shape;2743;p84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4" name="Google Shape;2744;p84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45" name="Google Shape;2745;p84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2746" name="Google Shape;2746;p84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7" name="Google Shape;2747;p84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8" name="Google Shape;2748;p84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749" name="Google Shape;2749;p84"/>
          <p:cNvGrpSpPr/>
          <p:nvPr/>
        </p:nvGrpSpPr>
        <p:grpSpPr>
          <a:xfrm>
            <a:off x="8352591" y="196800"/>
            <a:ext cx="713803" cy="706547"/>
            <a:chOff x="-4017975" y="616650"/>
            <a:chExt cx="814100" cy="805825"/>
          </a:xfrm>
        </p:grpSpPr>
        <p:sp>
          <p:nvSpPr>
            <p:cNvPr id="2750" name="Google Shape;2750;p84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84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84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84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54" name="Google Shape;2754;p84"/>
          <p:cNvGrpSpPr/>
          <p:nvPr/>
        </p:nvGrpSpPr>
        <p:grpSpPr>
          <a:xfrm rot="10800000">
            <a:off x="-728606" y="92693"/>
            <a:ext cx="1803578" cy="1592367"/>
            <a:chOff x="-4912150" y="-393637"/>
            <a:chExt cx="2057000" cy="1816112"/>
          </a:xfrm>
        </p:grpSpPr>
        <p:sp>
          <p:nvSpPr>
            <p:cNvPr id="2755" name="Google Shape;2755;p84"/>
            <p:cNvSpPr/>
            <p:nvPr/>
          </p:nvSpPr>
          <p:spPr>
            <a:xfrm>
              <a:off x="-4604150" y="-280425"/>
              <a:ext cx="858750" cy="1117575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84"/>
            <p:cNvSpPr/>
            <p:nvPr/>
          </p:nvSpPr>
          <p:spPr>
            <a:xfrm>
              <a:off x="-3780300" y="-305525"/>
              <a:ext cx="62525" cy="57000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84"/>
            <p:cNvSpPr/>
            <p:nvPr/>
          </p:nvSpPr>
          <p:spPr>
            <a:xfrm>
              <a:off x="-4199050" y="281125"/>
              <a:ext cx="155150" cy="154850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84"/>
            <p:cNvSpPr/>
            <p:nvPr/>
          </p:nvSpPr>
          <p:spPr>
            <a:xfrm>
              <a:off x="-4514575" y="97000"/>
              <a:ext cx="740775" cy="896950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84"/>
            <p:cNvSpPr/>
            <p:nvPr/>
          </p:nvSpPr>
          <p:spPr>
            <a:xfrm>
              <a:off x="-3809300" y="72075"/>
              <a:ext cx="61400" cy="56825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84"/>
            <p:cNvSpPr/>
            <p:nvPr/>
          </p:nvSpPr>
          <p:spPr>
            <a:xfrm>
              <a:off x="-4203525" y="-330075"/>
              <a:ext cx="275400" cy="273925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84"/>
            <p:cNvSpPr/>
            <p:nvPr/>
          </p:nvSpPr>
          <p:spPr>
            <a:xfrm>
              <a:off x="-3964425" y="-355100"/>
              <a:ext cx="64750" cy="56950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84"/>
            <p:cNvSpPr/>
            <p:nvPr/>
          </p:nvSpPr>
          <p:spPr>
            <a:xfrm>
              <a:off x="-4230300" y="-88200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84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84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84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84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84"/>
            <p:cNvSpPr/>
            <p:nvPr/>
          </p:nvSpPr>
          <p:spPr>
            <a:xfrm>
              <a:off x="-3761575" y="553550"/>
              <a:ext cx="51025" cy="38375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84"/>
            <p:cNvSpPr/>
            <p:nvPr/>
          </p:nvSpPr>
          <p:spPr>
            <a:xfrm>
              <a:off x="-4478025" y="655725"/>
              <a:ext cx="666475" cy="651250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84"/>
            <p:cNvSpPr/>
            <p:nvPr/>
          </p:nvSpPr>
          <p:spPr>
            <a:xfrm>
              <a:off x="-4579025" y="1370700"/>
              <a:ext cx="46900" cy="38375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84"/>
            <p:cNvSpPr/>
            <p:nvPr/>
          </p:nvSpPr>
          <p:spPr>
            <a:xfrm>
              <a:off x="-4912150" y="393325"/>
              <a:ext cx="547675" cy="546850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84"/>
            <p:cNvSpPr/>
            <p:nvPr/>
          </p:nvSpPr>
          <p:spPr>
            <a:xfrm>
              <a:off x="-3508415" y="-393637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84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84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24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47.xml"/><Relationship Id="rId24" Type="http://schemas.openxmlformats.org/officeDocument/2006/relationships/theme" Target="../theme/theme4.xml"/><Relationship Id="rId12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7.xml"/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53.xml"/><Relationship Id="rId6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68.xml"/><Relationship Id="rId22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67.xml"/><Relationship Id="rId21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70.xml"/><Relationship Id="rId24" Type="http://schemas.openxmlformats.org/officeDocument/2006/relationships/theme" Target="../theme/theme5.xml"/><Relationship Id="rId12" Type="http://schemas.openxmlformats.org/officeDocument/2006/relationships/slideLayout" Target="../slideLayouts/slideLayout69.xml"/><Relationship Id="rId23" Type="http://schemas.openxmlformats.org/officeDocument/2006/relationships/slideLayout" Target="../slideLayouts/slideLayout80.xml"/><Relationship Id="rId1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9.xml"/><Relationship Id="rId3" Type="http://schemas.openxmlformats.org/officeDocument/2006/relationships/slideLayout" Target="../slideLayouts/slideLayout60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72.xml"/><Relationship Id="rId14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4.xml"/><Relationship Id="rId16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76.xml"/><Relationship Id="rId6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75.xml"/><Relationship Id="rId7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1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302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302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302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302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302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302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302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1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960" name="Google Shape;96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302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302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302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302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302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302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302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  <p:sldLayoutId id="2147483702" r:id="rId21"/>
    <p:sldLayoutId id="2147483703" r:id="rId22"/>
    <p:sldLayoutId id="2147483704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1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1868" name="Google Shape;1868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302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302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302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302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302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302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302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6.png"/><Relationship Id="rId4" Type="http://schemas.openxmlformats.org/officeDocument/2006/relationships/image" Target="../media/image3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1.png"/><Relationship Id="rId4" Type="http://schemas.openxmlformats.org/officeDocument/2006/relationships/image" Target="../media/image3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7" name="Shape 2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8" name="Google Shape;2778;p85"/>
          <p:cNvSpPr txBox="1"/>
          <p:nvPr>
            <p:ph type="ctrTitle"/>
          </p:nvPr>
        </p:nvSpPr>
        <p:spPr>
          <a:xfrm flipH="1">
            <a:off x="743375" y="896675"/>
            <a:ext cx="7263600" cy="1339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>
                <a:latin typeface="Montserrat Medium"/>
                <a:ea typeface="Montserrat Medium"/>
                <a:cs typeface="Montserrat Medium"/>
                <a:sym typeface="Montserrat Medium"/>
              </a:rPr>
              <a:t>Sistemas de almacenamiento</a:t>
            </a:r>
            <a:endParaRPr b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TrueNAS Scale</a:t>
            </a:r>
            <a:endParaRPr/>
          </a:p>
        </p:txBody>
      </p:sp>
      <p:sp>
        <p:nvSpPr>
          <p:cNvPr id="2779" name="Google Shape;2779;p85"/>
          <p:cNvSpPr txBox="1"/>
          <p:nvPr>
            <p:ph idx="1" type="subTitle"/>
          </p:nvPr>
        </p:nvSpPr>
        <p:spPr>
          <a:xfrm flipH="1">
            <a:off x="743375" y="3242315"/>
            <a:ext cx="6952800" cy="447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Gestión de cabinas</a:t>
            </a:r>
            <a:endParaRPr/>
          </a:p>
        </p:txBody>
      </p:sp>
      <p:sp>
        <p:nvSpPr>
          <p:cNvPr id="2780" name="Google Shape;2780;p85"/>
          <p:cNvSpPr/>
          <p:nvPr/>
        </p:nvSpPr>
        <p:spPr>
          <a:xfrm flipH="1">
            <a:off x="-186582" y="5584563"/>
            <a:ext cx="29" cy="29"/>
          </a:xfrm>
          <a:custGeom>
            <a:rect b="b" l="l" r="r" t="t"/>
            <a:pathLst>
              <a:path extrusionOk="0" fill="none" h="1" w="1">
                <a:moveTo>
                  <a:pt x="1" y="1"/>
                </a:moveTo>
                <a:lnTo>
                  <a:pt x="1" y="1"/>
                </a:lnTo>
                <a:close/>
              </a:path>
            </a:pathLst>
          </a:custGeom>
          <a:solidFill>
            <a:schemeClr val="lt1"/>
          </a:solidFill>
          <a:ln cap="rnd" cmpd="sng" w="56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81" name="Google Shape;2781;p85"/>
          <p:cNvGrpSpPr/>
          <p:nvPr/>
        </p:nvGrpSpPr>
        <p:grpSpPr>
          <a:xfrm flipH="1">
            <a:off x="5870297" y="3482200"/>
            <a:ext cx="1929500" cy="2210100"/>
            <a:chOff x="295725" y="-3462825"/>
            <a:chExt cx="1929500" cy="2210100"/>
          </a:xfrm>
        </p:grpSpPr>
        <p:sp>
          <p:nvSpPr>
            <p:cNvPr id="2782" name="Google Shape;2782;p85"/>
            <p:cNvSpPr/>
            <p:nvPr/>
          </p:nvSpPr>
          <p:spPr>
            <a:xfrm>
              <a:off x="1089425" y="-3462825"/>
              <a:ext cx="700025" cy="959400"/>
            </a:xfrm>
            <a:custGeom>
              <a:rect b="b" l="l" r="r" t="t"/>
              <a:pathLst>
                <a:path extrusionOk="0" h="38376" w="28001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85"/>
            <p:cNvSpPr/>
            <p:nvPr/>
          </p:nvSpPr>
          <p:spPr>
            <a:xfrm>
              <a:off x="1064875" y="-2535525"/>
              <a:ext cx="56950" cy="56925"/>
            </a:xfrm>
            <a:custGeom>
              <a:rect b="b" l="l" r="r" t="t"/>
              <a:pathLst>
                <a:path extrusionOk="0" h="2277" w="2278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85"/>
            <p:cNvSpPr/>
            <p:nvPr/>
          </p:nvSpPr>
          <p:spPr>
            <a:xfrm>
              <a:off x="1212200" y="-2944175"/>
              <a:ext cx="869900" cy="1026350"/>
            </a:xfrm>
            <a:custGeom>
              <a:rect b="b" l="l" r="r" t="t"/>
              <a:pathLst>
                <a:path extrusionOk="0" h="41054" w="34796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85"/>
            <p:cNvSpPr/>
            <p:nvPr/>
          </p:nvSpPr>
          <p:spPr>
            <a:xfrm>
              <a:off x="1577675" y="-2592175"/>
              <a:ext cx="155125" cy="154875"/>
            </a:xfrm>
            <a:custGeom>
              <a:rect b="b" l="l" r="r" t="t"/>
              <a:pathLst>
                <a:path extrusionOk="0" h="6195" w="6205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85"/>
            <p:cNvSpPr/>
            <p:nvPr/>
          </p:nvSpPr>
          <p:spPr>
            <a:xfrm>
              <a:off x="1188475" y="-1949950"/>
              <a:ext cx="56950" cy="56950"/>
            </a:xfrm>
            <a:custGeom>
              <a:rect b="b" l="l" r="r" t="t"/>
              <a:pathLst>
                <a:path extrusionOk="0" h="2278" w="2278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85"/>
            <p:cNvSpPr/>
            <p:nvPr/>
          </p:nvSpPr>
          <p:spPr>
            <a:xfrm>
              <a:off x="2043025" y="-3122375"/>
              <a:ext cx="38525" cy="38650"/>
            </a:xfrm>
            <a:custGeom>
              <a:rect b="b" l="l" r="r" t="t"/>
              <a:pathLst>
                <a:path extrusionOk="0" h="1546" w="1541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85"/>
            <p:cNvSpPr/>
            <p:nvPr/>
          </p:nvSpPr>
          <p:spPr>
            <a:xfrm>
              <a:off x="1472200" y="-3028150"/>
              <a:ext cx="522225" cy="509375"/>
            </a:xfrm>
            <a:custGeom>
              <a:rect b="b" l="l" r="r" t="t"/>
              <a:pathLst>
                <a:path extrusionOk="0" h="20375" w="20889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85"/>
            <p:cNvSpPr/>
            <p:nvPr/>
          </p:nvSpPr>
          <p:spPr>
            <a:xfrm>
              <a:off x="1384050" y="-2463000"/>
              <a:ext cx="38250" cy="38250"/>
            </a:xfrm>
            <a:custGeom>
              <a:rect b="b" l="l" r="r" t="t"/>
              <a:pathLst>
                <a:path extrusionOk="0" h="1530" w="153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85"/>
            <p:cNvSpPr/>
            <p:nvPr/>
          </p:nvSpPr>
          <p:spPr>
            <a:xfrm>
              <a:off x="1108400" y="-3240375"/>
              <a:ext cx="38250" cy="38650"/>
            </a:xfrm>
            <a:custGeom>
              <a:rect b="b" l="l" r="r" t="t"/>
              <a:pathLst>
                <a:path extrusionOk="0" h="1546" w="153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85"/>
            <p:cNvSpPr/>
            <p:nvPr/>
          </p:nvSpPr>
          <p:spPr>
            <a:xfrm>
              <a:off x="537050" y="-3146175"/>
              <a:ext cx="522775" cy="509125"/>
            </a:xfrm>
            <a:custGeom>
              <a:rect b="b" l="l" r="r" t="t"/>
              <a:pathLst>
                <a:path extrusionOk="0" h="20365" w="20911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85"/>
            <p:cNvSpPr/>
            <p:nvPr/>
          </p:nvSpPr>
          <p:spPr>
            <a:xfrm>
              <a:off x="449150" y="-2581150"/>
              <a:ext cx="38250" cy="38375"/>
            </a:xfrm>
            <a:custGeom>
              <a:rect b="b" l="l" r="r" t="t"/>
              <a:pathLst>
                <a:path extrusionOk="0" h="1535" w="153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85"/>
            <p:cNvSpPr/>
            <p:nvPr/>
          </p:nvSpPr>
          <p:spPr>
            <a:xfrm>
              <a:off x="1636250" y="-2122350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85"/>
            <p:cNvSpPr/>
            <p:nvPr/>
          </p:nvSpPr>
          <p:spPr>
            <a:xfrm>
              <a:off x="1711575" y="-2197675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85"/>
            <p:cNvSpPr/>
            <p:nvPr/>
          </p:nvSpPr>
          <p:spPr>
            <a:xfrm>
              <a:off x="1786900" y="-2273000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85"/>
            <p:cNvSpPr/>
            <p:nvPr/>
          </p:nvSpPr>
          <p:spPr>
            <a:xfrm>
              <a:off x="1862225" y="-2348325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85"/>
            <p:cNvSpPr/>
            <p:nvPr/>
          </p:nvSpPr>
          <p:spPr>
            <a:xfrm>
              <a:off x="1937550" y="-2423950"/>
              <a:ext cx="137025" cy="25425"/>
            </a:xfrm>
            <a:custGeom>
              <a:rect b="b" l="l" r="r" t="t"/>
              <a:pathLst>
                <a:path extrusionOk="0" h="1017" w="5481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85"/>
            <p:cNvSpPr/>
            <p:nvPr/>
          </p:nvSpPr>
          <p:spPr>
            <a:xfrm>
              <a:off x="2013150" y="-2499275"/>
              <a:ext cx="136750" cy="25150"/>
            </a:xfrm>
            <a:custGeom>
              <a:rect b="b" l="l" r="r" t="t"/>
              <a:pathLst>
                <a:path extrusionOk="0" h="1006" w="547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85"/>
            <p:cNvSpPr/>
            <p:nvPr/>
          </p:nvSpPr>
          <p:spPr>
            <a:xfrm>
              <a:off x="2088500" y="-2574600"/>
              <a:ext cx="136725" cy="25150"/>
            </a:xfrm>
            <a:custGeom>
              <a:rect b="b" l="l" r="r" t="t"/>
              <a:pathLst>
                <a:path extrusionOk="0" h="1006" w="5469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85"/>
            <p:cNvSpPr/>
            <p:nvPr/>
          </p:nvSpPr>
          <p:spPr>
            <a:xfrm>
              <a:off x="463950" y="-2710950"/>
              <a:ext cx="548500" cy="546775"/>
            </a:xfrm>
            <a:custGeom>
              <a:rect b="b" l="l" r="r" t="t"/>
              <a:pathLst>
                <a:path extrusionOk="0" h="21871" w="2194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85"/>
            <p:cNvSpPr/>
            <p:nvPr/>
          </p:nvSpPr>
          <p:spPr>
            <a:xfrm>
              <a:off x="942975" y="-1800075"/>
              <a:ext cx="549225" cy="547350"/>
            </a:xfrm>
            <a:custGeom>
              <a:rect b="b" l="l" r="r" t="t"/>
              <a:pathLst>
                <a:path extrusionOk="0" h="21894" w="21969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85"/>
            <p:cNvSpPr/>
            <p:nvPr/>
          </p:nvSpPr>
          <p:spPr>
            <a:xfrm>
              <a:off x="295725" y="-2356925"/>
              <a:ext cx="548500" cy="547050"/>
            </a:xfrm>
            <a:custGeom>
              <a:rect b="b" l="l" r="r" t="t"/>
              <a:pathLst>
                <a:path extrusionOk="0" h="21882" w="2194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85"/>
            <p:cNvSpPr/>
            <p:nvPr/>
          </p:nvSpPr>
          <p:spPr>
            <a:xfrm>
              <a:off x="1774900" y="-1975200"/>
              <a:ext cx="248600" cy="239275"/>
            </a:xfrm>
            <a:custGeom>
              <a:rect b="b" l="l" r="r" t="t"/>
              <a:pathLst>
                <a:path extrusionOk="0" h="9571" w="9944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85"/>
            <p:cNvSpPr/>
            <p:nvPr/>
          </p:nvSpPr>
          <p:spPr>
            <a:xfrm>
              <a:off x="1850800" y="-1908650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85"/>
            <p:cNvSpPr/>
            <p:nvPr/>
          </p:nvSpPr>
          <p:spPr>
            <a:xfrm>
              <a:off x="735125" y="-2028925"/>
              <a:ext cx="184150" cy="157950"/>
            </a:xfrm>
            <a:custGeom>
              <a:rect b="b" l="l" r="r" t="t"/>
              <a:pathLst>
                <a:path extrusionOk="0" h="6318" w="7366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85"/>
            <p:cNvSpPr/>
            <p:nvPr/>
          </p:nvSpPr>
          <p:spPr>
            <a:xfrm>
              <a:off x="803475" y="-1984150"/>
              <a:ext cx="74500" cy="69000"/>
            </a:xfrm>
            <a:custGeom>
              <a:rect b="b" l="l" r="r" t="t"/>
              <a:pathLst>
                <a:path extrusionOk="0" h="2760" w="298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07" name="Google Shape;2807;p85"/>
          <p:cNvGrpSpPr/>
          <p:nvPr/>
        </p:nvGrpSpPr>
        <p:grpSpPr>
          <a:xfrm>
            <a:off x="948060" y="3973813"/>
            <a:ext cx="1040638" cy="901375"/>
            <a:chOff x="948060" y="3972813"/>
            <a:chExt cx="1040638" cy="901375"/>
          </a:xfrm>
        </p:grpSpPr>
        <p:grpSp>
          <p:nvGrpSpPr>
            <p:cNvPr id="2808" name="Google Shape;2808;p85"/>
            <p:cNvGrpSpPr/>
            <p:nvPr/>
          </p:nvGrpSpPr>
          <p:grpSpPr>
            <a:xfrm flipH="1">
              <a:off x="948060" y="3972813"/>
              <a:ext cx="716725" cy="901375"/>
              <a:chOff x="-3888525" y="-2483300"/>
              <a:chExt cx="716725" cy="901375"/>
            </a:xfrm>
          </p:grpSpPr>
          <p:sp>
            <p:nvSpPr>
              <p:cNvPr id="2809" name="Google Shape;2809;p85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rect b="b" l="l" r="r" t="t"/>
                <a:pathLst>
                  <a:path extrusionOk="0" h="21882" w="21907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0" name="Google Shape;2810;p85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rect b="b" l="l" r="r" t="t"/>
                <a:pathLst>
                  <a:path extrusionOk="0" h="21876" w="21971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11" name="Google Shape;2811;p85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2812" name="Google Shape;2812;p85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3" name="Google Shape;2813;p85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4" name="Google Shape;2814;p85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815" name="Google Shape;2815;p85"/>
          <p:cNvGrpSpPr/>
          <p:nvPr/>
        </p:nvGrpSpPr>
        <p:grpSpPr>
          <a:xfrm>
            <a:off x="844385" y="2929368"/>
            <a:ext cx="4208350" cy="192185"/>
            <a:chOff x="948060" y="2996029"/>
            <a:chExt cx="4208350" cy="192185"/>
          </a:xfrm>
        </p:grpSpPr>
        <p:sp>
          <p:nvSpPr>
            <p:cNvPr id="2816" name="Google Shape;2816;p85"/>
            <p:cNvSpPr/>
            <p:nvPr/>
          </p:nvSpPr>
          <p:spPr>
            <a:xfrm flipH="1" rot="-2700000">
              <a:off x="1692865" y="3024234"/>
              <a:ext cx="136016" cy="135774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17" name="Google Shape;2817;p85"/>
            <p:cNvCxnSpPr>
              <a:stCxn id="2818" idx="6"/>
              <a:endCxn id="2819" idx="2"/>
            </p:cNvCxnSpPr>
            <p:nvPr/>
          </p:nvCxnSpPr>
          <p:spPr>
            <a:xfrm rot="10800000">
              <a:off x="1005010" y="3091118"/>
              <a:ext cx="4094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18" name="Google Shape;2818;p85"/>
            <p:cNvSpPr/>
            <p:nvPr/>
          </p:nvSpPr>
          <p:spPr>
            <a:xfrm flipH="1">
              <a:off x="5099410" y="306261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85"/>
            <p:cNvSpPr/>
            <p:nvPr/>
          </p:nvSpPr>
          <p:spPr>
            <a:xfrm flipH="1">
              <a:off x="948060" y="306264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3" name="Shape 2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4" name="Google Shape;2824;p86"/>
          <p:cNvSpPr txBox="1"/>
          <p:nvPr>
            <p:ph idx="1" type="body"/>
          </p:nvPr>
        </p:nvSpPr>
        <p:spPr>
          <a:xfrm>
            <a:off x="1482400" y="1335200"/>
            <a:ext cx="6468600" cy="22392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Sistema operativo de almacenamiento en red (NAS) de código abierto diseñado para gestionar y compartir datos de manera centralizada. 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Características</a:t>
            </a:r>
            <a:endParaRPr/>
          </a:p>
          <a:p>
            <a:pPr indent="-330200" lvl="0" marL="457200" rtl="0" algn="just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s"/>
              <a:t>Basado en Debian</a:t>
            </a:r>
            <a:endParaRPr/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/>
              <a:t>Solución robusta para empresas y usuarios avanzados</a:t>
            </a:r>
            <a:endParaRPr/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/>
              <a:t>Seguridad de datos. Utiliza el sistema de archivos ZFS, que es conocido por su fiabilidad,</a:t>
            </a:r>
            <a:endParaRPr/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/>
              <a:t>Soporte para snapshots y capacidades de autorrecuperación.</a:t>
            </a:r>
            <a:endParaRPr/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/>
              <a:t>Configuración de RAID</a:t>
            </a:r>
            <a:endParaRPr/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/>
              <a:t>Múltiples protocolos de red (SMB/CIFS, NFS, FTP, iSCSI, etc.).</a:t>
            </a:r>
            <a:endParaRPr/>
          </a:p>
        </p:txBody>
      </p:sp>
      <p:sp>
        <p:nvSpPr>
          <p:cNvPr id="2825" name="Google Shape;2825;p86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TrueNAS Scale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9" name="Shape 2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0" name="Google Shape;2830;p87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Proceso</a:t>
            </a:r>
            <a:endParaRPr/>
          </a:p>
        </p:txBody>
      </p:sp>
      <p:sp>
        <p:nvSpPr>
          <p:cNvPr id="2831" name="Google Shape;2831;p87"/>
          <p:cNvSpPr txBox="1"/>
          <p:nvPr>
            <p:ph idx="2" type="title"/>
          </p:nvPr>
        </p:nvSpPr>
        <p:spPr>
          <a:xfrm flipH="1">
            <a:off x="1033550" y="1377577"/>
            <a:ext cx="9405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01</a:t>
            </a:r>
            <a:endParaRPr/>
          </a:p>
        </p:txBody>
      </p:sp>
      <p:sp>
        <p:nvSpPr>
          <p:cNvPr id="2832" name="Google Shape;2832;p87"/>
          <p:cNvSpPr txBox="1"/>
          <p:nvPr>
            <p:ph idx="1" type="subTitle"/>
          </p:nvPr>
        </p:nvSpPr>
        <p:spPr>
          <a:xfrm>
            <a:off x="1033550" y="2480675"/>
            <a:ext cx="2636100" cy="381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3" name="Google Shape;2833;p87"/>
          <p:cNvSpPr txBox="1"/>
          <p:nvPr>
            <p:ph idx="3" type="subTitle"/>
          </p:nvPr>
        </p:nvSpPr>
        <p:spPr>
          <a:xfrm>
            <a:off x="1033550" y="1945416"/>
            <a:ext cx="31929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Requisitos previos</a:t>
            </a:r>
            <a:endParaRPr/>
          </a:p>
        </p:txBody>
      </p:sp>
      <p:sp>
        <p:nvSpPr>
          <p:cNvPr id="2834" name="Google Shape;2834;p87"/>
          <p:cNvSpPr txBox="1"/>
          <p:nvPr>
            <p:ph idx="4" type="title"/>
          </p:nvPr>
        </p:nvSpPr>
        <p:spPr>
          <a:xfrm flipH="1">
            <a:off x="1033525" y="3039450"/>
            <a:ext cx="9405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02</a:t>
            </a:r>
            <a:endParaRPr/>
          </a:p>
        </p:txBody>
      </p:sp>
      <p:sp>
        <p:nvSpPr>
          <p:cNvPr id="2835" name="Google Shape;2835;p87"/>
          <p:cNvSpPr txBox="1"/>
          <p:nvPr>
            <p:ph idx="5" type="subTitle"/>
          </p:nvPr>
        </p:nvSpPr>
        <p:spPr>
          <a:xfrm>
            <a:off x="1033550" y="4167677"/>
            <a:ext cx="2636100" cy="381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6" name="Google Shape;2836;p87"/>
          <p:cNvSpPr txBox="1"/>
          <p:nvPr>
            <p:ph idx="6" type="subTitle"/>
          </p:nvPr>
        </p:nvSpPr>
        <p:spPr>
          <a:xfrm>
            <a:off x="1033550" y="3613450"/>
            <a:ext cx="36762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Instalación</a:t>
            </a:r>
            <a:endParaRPr/>
          </a:p>
        </p:txBody>
      </p:sp>
      <p:grpSp>
        <p:nvGrpSpPr>
          <p:cNvPr id="2837" name="Google Shape;2837;p87"/>
          <p:cNvGrpSpPr/>
          <p:nvPr/>
        </p:nvGrpSpPr>
        <p:grpSpPr>
          <a:xfrm rot="10800000">
            <a:off x="7379194" y="-538557"/>
            <a:ext cx="1803578" cy="1592367"/>
            <a:chOff x="-4912150" y="-393637"/>
            <a:chExt cx="2057000" cy="1816112"/>
          </a:xfrm>
        </p:grpSpPr>
        <p:sp>
          <p:nvSpPr>
            <p:cNvPr id="2838" name="Google Shape;2838;p87"/>
            <p:cNvSpPr/>
            <p:nvPr/>
          </p:nvSpPr>
          <p:spPr>
            <a:xfrm>
              <a:off x="-4604150" y="-280425"/>
              <a:ext cx="858750" cy="1117575"/>
            </a:xfrm>
            <a:custGeom>
              <a:rect b="b" l="l" r="r" t="t"/>
              <a:pathLst>
                <a:path extrusionOk="0" h="44703" w="3435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87"/>
            <p:cNvSpPr/>
            <p:nvPr/>
          </p:nvSpPr>
          <p:spPr>
            <a:xfrm>
              <a:off x="-3780300" y="-305525"/>
              <a:ext cx="62525" cy="57000"/>
            </a:xfrm>
            <a:custGeom>
              <a:rect b="b" l="l" r="r" t="t"/>
              <a:pathLst>
                <a:path extrusionOk="0" h="2280" w="2501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87"/>
            <p:cNvSpPr/>
            <p:nvPr/>
          </p:nvSpPr>
          <p:spPr>
            <a:xfrm>
              <a:off x="-4199050" y="281125"/>
              <a:ext cx="155150" cy="154850"/>
            </a:xfrm>
            <a:custGeom>
              <a:rect b="b" l="l" r="r" t="t"/>
              <a:pathLst>
                <a:path extrusionOk="0" h="6194" w="6206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87"/>
            <p:cNvSpPr/>
            <p:nvPr/>
          </p:nvSpPr>
          <p:spPr>
            <a:xfrm>
              <a:off x="-4514575" y="97000"/>
              <a:ext cx="740775" cy="896950"/>
            </a:xfrm>
            <a:custGeom>
              <a:rect b="b" l="l" r="r" t="t"/>
              <a:pathLst>
                <a:path extrusionOk="0" h="35878" w="29631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87"/>
            <p:cNvSpPr/>
            <p:nvPr/>
          </p:nvSpPr>
          <p:spPr>
            <a:xfrm>
              <a:off x="-3809300" y="72075"/>
              <a:ext cx="61400" cy="56825"/>
            </a:xfrm>
            <a:custGeom>
              <a:rect b="b" l="l" r="r" t="t"/>
              <a:pathLst>
                <a:path extrusionOk="0" h="2273" w="2456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87"/>
            <p:cNvSpPr/>
            <p:nvPr/>
          </p:nvSpPr>
          <p:spPr>
            <a:xfrm>
              <a:off x="-4203525" y="-330075"/>
              <a:ext cx="275400" cy="273925"/>
            </a:xfrm>
            <a:custGeom>
              <a:rect b="b" l="l" r="r" t="t"/>
              <a:pathLst>
                <a:path extrusionOk="0" h="10957" w="11016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87"/>
            <p:cNvSpPr/>
            <p:nvPr/>
          </p:nvSpPr>
          <p:spPr>
            <a:xfrm>
              <a:off x="-3964425" y="-355100"/>
              <a:ext cx="64750" cy="56950"/>
            </a:xfrm>
            <a:custGeom>
              <a:rect b="b" l="l" r="r" t="t"/>
              <a:pathLst>
                <a:path extrusionOk="0" h="2278" w="259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87"/>
            <p:cNvSpPr/>
            <p:nvPr/>
          </p:nvSpPr>
          <p:spPr>
            <a:xfrm>
              <a:off x="-4230300" y="-88200"/>
              <a:ext cx="62525" cy="56800"/>
            </a:xfrm>
            <a:custGeom>
              <a:rect b="b" l="l" r="r" t="t"/>
              <a:pathLst>
                <a:path extrusionOk="0" h="2272" w="2501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87"/>
            <p:cNvSpPr/>
            <p:nvPr/>
          </p:nvSpPr>
          <p:spPr>
            <a:xfrm>
              <a:off x="-3993425" y="647375"/>
              <a:ext cx="751825" cy="750275"/>
            </a:xfrm>
            <a:custGeom>
              <a:rect b="b" l="l" r="r" t="t"/>
              <a:pathLst>
                <a:path extrusionOk="0" h="30011" w="30073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87"/>
            <p:cNvSpPr/>
            <p:nvPr/>
          </p:nvSpPr>
          <p:spPr>
            <a:xfrm>
              <a:off x="-3547325" y="792500"/>
              <a:ext cx="155125" cy="154850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87"/>
            <p:cNvSpPr/>
            <p:nvPr/>
          </p:nvSpPr>
          <p:spPr>
            <a:xfrm>
              <a:off x="-3265275" y="616650"/>
              <a:ext cx="61400" cy="57100"/>
            </a:xfrm>
            <a:custGeom>
              <a:rect b="b" l="l" r="r" t="t"/>
              <a:pathLst>
                <a:path extrusionOk="0" h="2284" w="2456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87"/>
            <p:cNvSpPr/>
            <p:nvPr/>
          </p:nvSpPr>
          <p:spPr>
            <a:xfrm>
              <a:off x="-4017975" y="1365825"/>
              <a:ext cx="56925" cy="56650"/>
            </a:xfrm>
            <a:custGeom>
              <a:rect b="b" l="l" r="r" t="t"/>
              <a:pathLst>
                <a:path extrusionOk="0" h="2266" w="2277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87"/>
            <p:cNvSpPr/>
            <p:nvPr/>
          </p:nvSpPr>
          <p:spPr>
            <a:xfrm>
              <a:off x="-3761575" y="553550"/>
              <a:ext cx="51025" cy="38375"/>
            </a:xfrm>
            <a:custGeom>
              <a:rect b="b" l="l" r="r" t="t"/>
              <a:pathLst>
                <a:path extrusionOk="0" h="1535" w="2041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87"/>
            <p:cNvSpPr/>
            <p:nvPr/>
          </p:nvSpPr>
          <p:spPr>
            <a:xfrm>
              <a:off x="-4478025" y="655725"/>
              <a:ext cx="666475" cy="651250"/>
            </a:xfrm>
            <a:custGeom>
              <a:rect b="b" l="l" r="r" t="t"/>
              <a:pathLst>
                <a:path extrusionOk="0" h="26050" w="26659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87"/>
            <p:cNvSpPr/>
            <p:nvPr/>
          </p:nvSpPr>
          <p:spPr>
            <a:xfrm>
              <a:off x="-4579025" y="1370700"/>
              <a:ext cx="46900" cy="38375"/>
            </a:xfrm>
            <a:custGeom>
              <a:rect b="b" l="l" r="r" t="t"/>
              <a:pathLst>
                <a:path extrusionOk="0" h="1535" w="1876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87"/>
            <p:cNvSpPr/>
            <p:nvPr/>
          </p:nvSpPr>
          <p:spPr>
            <a:xfrm>
              <a:off x="-4912150" y="393325"/>
              <a:ext cx="547675" cy="546850"/>
            </a:xfrm>
            <a:custGeom>
              <a:rect b="b" l="l" r="r" t="t"/>
              <a:pathLst>
                <a:path extrusionOk="0" h="21874" w="21907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87"/>
            <p:cNvSpPr/>
            <p:nvPr/>
          </p:nvSpPr>
          <p:spPr>
            <a:xfrm>
              <a:off x="-3508415" y="-393637"/>
              <a:ext cx="547675" cy="547325"/>
            </a:xfrm>
            <a:custGeom>
              <a:rect b="b" l="l" r="r" t="t"/>
              <a:pathLst>
                <a:path extrusionOk="0" h="21893" w="21907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87"/>
            <p:cNvSpPr/>
            <p:nvPr/>
          </p:nvSpPr>
          <p:spPr>
            <a:xfrm>
              <a:off x="-3103750" y="258425"/>
              <a:ext cx="248600" cy="239200"/>
            </a:xfrm>
            <a:custGeom>
              <a:rect b="b" l="l" r="r" t="t"/>
              <a:pathLst>
                <a:path extrusionOk="0" h="9568" w="9944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87"/>
            <p:cNvSpPr/>
            <p:nvPr/>
          </p:nvSpPr>
          <p:spPr>
            <a:xfrm>
              <a:off x="-3027850" y="324625"/>
              <a:ext cx="106300" cy="106600"/>
            </a:xfrm>
            <a:custGeom>
              <a:rect b="b" l="l" r="r" t="t"/>
              <a:pathLst>
                <a:path extrusionOk="0" h="4264" w="4252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57" name="Google Shape;2857;p87"/>
          <p:cNvSpPr txBox="1"/>
          <p:nvPr>
            <p:ph idx="7" type="title"/>
          </p:nvPr>
        </p:nvSpPr>
        <p:spPr>
          <a:xfrm flipH="1">
            <a:off x="7169950" y="1377578"/>
            <a:ext cx="9405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03</a:t>
            </a:r>
            <a:endParaRPr/>
          </a:p>
        </p:txBody>
      </p:sp>
      <p:sp>
        <p:nvSpPr>
          <p:cNvPr id="2858" name="Google Shape;2858;p87"/>
          <p:cNvSpPr txBox="1"/>
          <p:nvPr>
            <p:ph idx="8" type="subTitle"/>
          </p:nvPr>
        </p:nvSpPr>
        <p:spPr>
          <a:xfrm>
            <a:off x="5474325" y="2480675"/>
            <a:ext cx="2636100" cy="381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9" name="Google Shape;2859;p87"/>
          <p:cNvSpPr txBox="1"/>
          <p:nvPr>
            <p:ph idx="9" type="subTitle"/>
          </p:nvPr>
        </p:nvSpPr>
        <p:spPr>
          <a:xfrm>
            <a:off x="4917550" y="1945416"/>
            <a:ext cx="31929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Configuración</a:t>
            </a:r>
            <a:endParaRPr/>
          </a:p>
        </p:txBody>
      </p:sp>
      <p:sp>
        <p:nvSpPr>
          <p:cNvPr id="2860" name="Google Shape;2860;p87"/>
          <p:cNvSpPr txBox="1"/>
          <p:nvPr>
            <p:ph idx="13" type="title"/>
          </p:nvPr>
        </p:nvSpPr>
        <p:spPr>
          <a:xfrm flipH="1">
            <a:off x="7169950" y="3039450"/>
            <a:ext cx="9405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04</a:t>
            </a:r>
            <a:endParaRPr/>
          </a:p>
        </p:txBody>
      </p:sp>
      <p:sp>
        <p:nvSpPr>
          <p:cNvPr id="2861" name="Google Shape;2861;p87"/>
          <p:cNvSpPr txBox="1"/>
          <p:nvPr>
            <p:ph idx="14" type="subTitle"/>
          </p:nvPr>
        </p:nvSpPr>
        <p:spPr>
          <a:xfrm>
            <a:off x="5474325" y="4167677"/>
            <a:ext cx="2636100" cy="381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2" name="Google Shape;2862;p87"/>
          <p:cNvSpPr txBox="1"/>
          <p:nvPr>
            <p:ph idx="15" type="subTitle"/>
          </p:nvPr>
        </p:nvSpPr>
        <p:spPr>
          <a:xfrm>
            <a:off x="4917550" y="3613450"/>
            <a:ext cx="3192900" cy="338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Compartir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63" name="Google Shape;2863;p87"/>
          <p:cNvGrpSpPr/>
          <p:nvPr/>
        </p:nvGrpSpPr>
        <p:grpSpPr>
          <a:xfrm>
            <a:off x="2868450" y="1050283"/>
            <a:ext cx="3407100" cy="192184"/>
            <a:chOff x="1512197" y="1069304"/>
            <a:chExt cx="3407100" cy="192184"/>
          </a:xfrm>
        </p:grpSpPr>
        <p:grpSp>
          <p:nvGrpSpPr>
            <p:cNvPr id="2864" name="Google Shape;2864;p87"/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2865" name="Google Shape;2865;p87"/>
              <p:cNvSpPr/>
              <p:nvPr/>
            </p:nvSpPr>
            <p:spPr>
              <a:xfrm flipH="1" rot="-2700000">
                <a:off x="4508040" y="1097509"/>
                <a:ext cx="136016" cy="135774"/>
              </a:xfrm>
              <a:custGeom>
                <a:rect b="b" l="l" r="r" t="t"/>
                <a:pathLst>
                  <a:path extrusionOk="0" h="6194" w="6205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866" name="Google Shape;2866;p87"/>
              <p:cNvCxnSpPr>
                <a:stCxn id="2867" idx="6"/>
                <a:endCxn id="2868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68" name="Google Shape;2868;p87"/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67" name="Google Shape;2867;p87"/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69" name="Google Shape;2869;p87"/>
          <p:cNvGrpSpPr/>
          <p:nvPr/>
        </p:nvGrpSpPr>
        <p:grpSpPr>
          <a:xfrm>
            <a:off x="1148150" y="2282921"/>
            <a:ext cx="6847800" cy="192185"/>
            <a:chOff x="1148150" y="2347308"/>
            <a:chExt cx="6847800" cy="192185"/>
          </a:xfrm>
        </p:grpSpPr>
        <p:cxnSp>
          <p:nvCxnSpPr>
            <p:cNvPr id="2870" name="Google Shape;2870;p87"/>
            <p:cNvCxnSpPr>
              <a:stCxn id="2871" idx="2"/>
              <a:endCxn id="2872" idx="6"/>
            </p:cNvCxnSpPr>
            <p:nvPr/>
          </p:nvCxnSpPr>
          <p:spPr>
            <a:xfrm>
              <a:off x="1205150" y="2443408"/>
              <a:ext cx="67338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71" name="Google Shape;2871;p87"/>
            <p:cNvSpPr/>
            <p:nvPr/>
          </p:nvSpPr>
          <p:spPr>
            <a:xfrm flipH="1">
              <a:off x="11481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87"/>
            <p:cNvSpPr/>
            <p:nvPr/>
          </p:nvSpPr>
          <p:spPr>
            <a:xfrm flipH="1">
              <a:off x="79389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87"/>
            <p:cNvSpPr/>
            <p:nvPr/>
          </p:nvSpPr>
          <p:spPr>
            <a:xfrm flipH="1" rot="-2700000">
              <a:off x="4062342" y="2375513"/>
              <a:ext cx="136016" cy="135774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74" name="Google Shape;2874;p87"/>
          <p:cNvGrpSpPr/>
          <p:nvPr/>
        </p:nvGrpSpPr>
        <p:grpSpPr>
          <a:xfrm>
            <a:off x="1148150" y="3957025"/>
            <a:ext cx="6847800" cy="192185"/>
            <a:chOff x="1148150" y="2347308"/>
            <a:chExt cx="6847800" cy="192185"/>
          </a:xfrm>
        </p:grpSpPr>
        <p:cxnSp>
          <p:nvCxnSpPr>
            <p:cNvPr id="2875" name="Google Shape;2875;p87"/>
            <p:cNvCxnSpPr>
              <a:stCxn id="2876" idx="2"/>
              <a:endCxn id="2877" idx="6"/>
            </p:cNvCxnSpPr>
            <p:nvPr/>
          </p:nvCxnSpPr>
          <p:spPr>
            <a:xfrm>
              <a:off x="1205150" y="2443408"/>
              <a:ext cx="67338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76" name="Google Shape;2876;p87"/>
            <p:cNvSpPr/>
            <p:nvPr/>
          </p:nvSpPr>
          <p:spPr>
            <a:xfrm flipH="1">
              <a:off x="11481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87"/>
            <p:cNvSpPr/>
            <p:nvPr/>
          </p:nvSpPr>
          <p:spPr>
            <a:xfrm flipH="1">
              <a:off x="79389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87"/>
            <p:cNvSpPr/>
            <p:nvPr/>
          </p:nvSpPr>
          <p:spPr>
            <a:xfrm rot="-8100000">
              <a:off x="5353817" y="2375513"/>
              <a:ext cx="136016" cy="135774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2" name="Shape 2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3" name="Google Shape;2883;p88"/>
          <p:cNvSpPr txBox="1"/>
          <p:nvPr>
            <p:ph type="title"/>
          </p:nvPr>
        </p:nvSpPr>
        <p:spPr>
          <a:xfrm>
            <a:off x="2598875" y="787425"/>
            <a:ext cx="3946500" cy="1175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01</a:t>
            </a:r>
            <a:endParaRPr/>
          </a:p>
        </p:txBody>
      </p:sp>
      <p:sp>
        <p:nvSpPr>
          <p:cNvPr id="2884" name="Google Shape;2884;p88"/>
          <p:cNvSpPr txBox="1"/>
          <p:nvPr>
            <p:ph idx="2" type="title"/>
          </p:nvPr>
        </p:nvSpPr>
        <p:spPr>
          <a:xfrm>
            <a:off x="1993775" y="2347850"/>
            <a:ext cx="4551300" cy="1229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s">
                <a:latin typeface="Montserrat Medium"/>
                <a:ea typeface="Montserrat Medium"/>
                <a:cs typeface="Montserrat Medium"/>
                <a:sym typeface="Montserrat Medium"/>
              </a:rPr>
              <a:t>REQUISITOS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5" name="Google Shape;2885;p88"/>
          <p:cNvSpPr txBox="1"/>
          <p:nvPr>
            <p:ph idx="1" type="subTitle"/>
          </p:nvPr>
        </p:nvSpPr>
        <p:spPr>
          <a:xfrm>
            <a:off x="2598875" y="3643263"/>
            <a:ext cx="3946500" cy="7128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86" name="Google Shape;2886;p88"/>
          <p:cNvGrpSpPr/>
          <p:nvPr/>
        </p:nvGrpSpPr>
        <p:grpSpPr>
          <a:xfrm>
            <a:off x="2972897" y="2089316"/>
            <a:ext cx="3478000" cy="192185"/>
            <a:chOff x="4788672" y="2177404"/>
            <a:chExt cx="3478000" cy="192185"/>
          </a:xfrm>
        </p:grpSpPr>
        <p:sp>
          <p:nvSpPr>
            <p:cNvPr id="2887" name="Google Shape;2887;p88"/>
            <p:cNvSpPr/>
            <p:nvPr/>
          </p:nvSpPr>
          <p:spPr>
            <a:xfrm flipH="1" rot="-2700000">
              <a:off x="7250940" y="2205609"/>
              <a:ext cx="136016" cy="135774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88" name="Google Shape;2888;p88"/>
            <p:cNvCxnSpPr>
              <a:stCxn id="2889" idx="6"/>
              <a:endCxn id="2890" idx="2"/>
            </p:cNvCxnSpPr>
            <p:nvPr/>
          </p:nvCxnSpPr>
          <p:spPr>
            <a:xfrm rot="10800000">
              <a:off x="4845772" y="2272517"/>
              <a:ext cx="33639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90" name="Google Shape;2890;p88"/>
            <p:cNvSpPr/>
            <p:nvPr/>
          </p:nvSpPr>
          <p:spPr>
            <a:xfrm flipH="1">
              <a:off x="4788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88"/>
            <p:cNvSpPr/>
            <p:nvPr/>
          </p:nvSpPr>
          <p:spPr>
            <a:xfrm flipH="1">
              <a:off x="8209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91" name="Google Shape;2891;p88"/>
          <p:cNvGrpSpPr/>
          <p:nvPr/>
        </p:nvGrpSpPr>
        <p:grpSpPr>
          <a:xfrm flipH="1">
            <a:off x="7834772" y="2544125"/>
            <a:ext cx="1929500" cy="2210100"/>
            <a:chOff x="295725" y="-3462825"/>
            <a:chExt cx="1929500" cy="2210100"/>
          </a:xfrm>
        </p:grpSpPr>
        <p:sp>
          <p:nvSpPr>
            <p:cNvPr id="2892" name="Google Shape;2892;p88"/>
            <p:cNvSpPr/>
            <p:nvPr/>
          </p:nvSpPr>
          <p:spPr>
            <a:xfrm>
              <a:off x="1089425" y="-3462825"/>
              <a:ext cx="700025" cy="959400"/>
            </a:xfrm>
            <a:custGeom>
              <a:rect b="b" l="l" r="r" t="t"/>
              <a:pathLst>
                <a:path extrusionOk="0" h="38376" w="28001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88"/>
            <p:cNvSpPr/>
            <p:nvPr/>
          </p:nvSpPr>
          <p:spPr>
            <a:xfrm>
              <a:off x="1064875" y="-2535525"/>
              <a:ext cx="56950" cy="56925"/>
            </a:xfrm>
            <a:custGeom>
              <a:rect b="b" l="l" r="r" t="t"/>
              <a:pathLst>
                <a:path extrusionOk="0" h="2277" w="2278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88"/>
            <p:cNvSpPr/>
            <p:nvPr/>
          </p:nvSpPr>
          <p:spPr>
            <a:xfrm>
              <a:off x="1212200" y="-2944175"/>
              <a:ext cx="869900" cy="1026350"/>
            </a:xfrm>
            <a:custGeom>
              <a:rect b="b" l="l" r="r" t="t"/>
              <a:pathLst>
                <a:path extrusionOk="0" h="41054" w="34796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88"/>
            <p:cNvSpPr/>
            <p:nvPr/>
          </p:nvSpPr>
          <p:spPr>
            <a:xfrm>
              <a:off x="1577675" y="-2592175"/>
              <a:ext cx="155125" cy="154875"/>
            </a:xfrm>
            <a:custGeom>
              <a:rect b="b" l="l" r="r" t="t"/>
              <a:pathLst>
                <a:path extrusionOk="0" h="6195" w="6205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88"/>
            <p:cNvSpPr/>
            <p:nvPr/>
          </p:nvSpPr>
          <p:spPr>
            <a:xfrm>
              <a:off x="1188475" y="-1949950"/>
              <a:ext cx="56950" cy="56950"/>
            </a:xfrm>
            <a:custGeom>
              <a:rect b="b" l="l" r="r" t="t"/>
              <a:pathLst>
                <a:path extrusionOk="0" h="2278" w="2278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88"/>
            <p:cNvSpPr/>
            <p:nvPr/>
          </p:nvSpPr>
          <p:spPr>
            <a:xfrm>
              <a:off x="2043025" y="-3122375"/>
              <a:ext cx="38525" cy="38650"/>
            </a:xfrm>
            <a:custGeom>
              <a:rect b="b" l="l" r="r" t="t"/>
              <a:pathLst>
                <a:path extrusionOk="0" h="1546" w="1541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8" name="Google Shape;2898;p88"/>
            <p:cNvSpPr/>
            <p:nvPr/>
          </p:nvSpPr>
          <p:spPr>
            <a:xfrm>
              <a:off x="1472200" y="-3028150"/>
              <a:ext cx="522225" cy="509375"/>
            </a:xfrm>
            <a:custGeom>
              <a:rect b="b" l="l" r="r" t="t"/>
              <a:pathLst>
                <a:path extrusionOk="0" h="20375" w="20889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9" name="Google Shape;2899;p88"/>
            <p:cNvSpPr/>
            <p:nvPr/>
          </p:nvSpPr>
          <p:spPr>
            <a:xfrm>
              <a:off x="1384050" y="-2463000"/>
              <a:ext cx="38250" cy="38250"/>
            </a:xfrm>
            <a:custGeom>
              <a:rect b="b" l="l" r="r" t="t"/>
              <a:pathLst>
                <a:path extrusionOk="0" h="1530" w="153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0" name="Google Shape;2900;p88"/>
            <p:cNvSpPr/>
            <p:nvPr/>
          </p:nvSpPr>
          <p:spPr>
            <a:xfrm>
              <a:off x="1108400" y="-3240375"/>
              <a:ext cx="38250" cy="38650"/>
            </a:xfrm>
            <a:custGeom>
              <a:rect b="b" l="l" r="r" t="t"/>
              <a:pathLst>
                <a:path extrusionOk="0" h="1546" w="153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88"/>
            <p:cNvSpPr/>
            <p:nvPr/>
          </p:nvSpPr>
          <p:spPr>
            <a:xfrm>
              <a:off x="537050" y="-3146175"/>
              <a:ext cx="522775" cy="509125"/>
            </a:xfrm>
            <a:custGeom>
              <a:rect b="b" l="l" r="r" t="t"/>
              <a:pathLst>
                <a:path extrusionOk="0" h="20365" w="20911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88"/>
            <p:cNvSpPr/>
            <p:nvPr/>
          </p:nvSpPr>
          <p:spPr>
            <a:xfrm>
              <a:off x="449150" y="-2581150"/>
              <a:ext cx="38250" cy="38375"/>
            </a:xfrm>
            <a:custGeom>
              <a:rect b="b" l="l" r="r" t="t"/>
              <a:pathLst>
                <a:path extrusionOk="0" h="1535" w="153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88"/>
            <p:cNvSpPr/>
            <p:nvPr/>
          </p:nvSpPr>
          <p:spPr>
            <a:xfrm>
              <a:off x="1636250" y="-2122350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88"/>
            <p:cNvSpPr/>
            <p:nvPr/>
          </p:nvSpPr>
          <p:spPr>
            <a:xfrm>
              <a:off x="1711575" y="-2197675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88"/>
            <p:cNvSpPr/>
            <p:nvPr/>
          </p:nvSpPr>
          <p:spPr>
            <a:xfrm>
              <a:off x="1786900" y="-2273000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88"/>
            <p:cNvSpPr/>
            <p:nvPr/>
          </p:nvSpPr>
          <p:spPr>
            <a:xfrm>
              <a:off x="1862225" y="-2348325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88"/>
            <p:cNvSpPr/>
            <p:nvPr/>
          </p:nvSpPr>
          <p:spPr>
            <a:xfrm>
              <a:off x="1937550" y="-2423950"/>
              <a:ext cx="137025" cy="25425"/>
            </a:xfrm>
            <a:custGeom>
              <a:rect b="b" l="l" r="r" t="t"/>
              <a:pathLst>
                <a:path extrusionOk="0" h="1017" w="5481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88"/>
            <p:cNvSpPr/>
            <p:nvPr/>
          </p:nvSpPr>
          <p:spPr>
            <a:xfrm>
              <a:off x="2013150" y="-2499275"/>
              <a:ext cx="136750" cy="25150"/>
            </a:xfrm>
            <a:custGeom>
              <a:rect b="b" l="l" r="r" t="t"/>
              <a:pathLst>
                <a:path extrusionOk="0" h="1006" w="547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88"/>
            <p:cNvSpPr/>
            <p:nvPr/>
          </p:nvSpPr>
          <p:spPr>
            <a:xfrm>
              <a:off x="2088500" y="-2574600"/>
              <a:ext cx="136725" cy="25150"/>
            </a:xfrm>
            <a:custGeom>
              <a:rect b="b" l="l" r="r" t="t"/>
              <a:pathLst>
                <a:path extrusionOk="0" h="1006" w="5469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88"/>
            <p:cNvSpPr/>
            <p:nvPr/>
          </p:nvSpPr>
          <p:spPr>
            <a:xfrm>
              <a:off x="463950" y="-2710950"/>
              <a:ext cx="548500" cy="546775"/>
            </a:xfrm>
            <a:custGeom>
              <a:rect b="b" l="l" r="r" t="t"/>
              <a:pathLst>
                <a:path extrusionOk="0" h="21871" w="2194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88"/>
            <p:cNvSpPr/>
            <p:nvPr/>
          </p:nvSpPr>
          <p:spPr>
            <a:xfrm>
              <a:off x="942975" y="-1800075"/>
              <a:ext cx="549225" cy="547350"/>
            </a:xfrm>
            <a:custGeom>
              <a:rect b="b" l="l" r="r" t="t"/>
              <a:pathLst>
                <a:path extrusionOk="0" h="21894" w="21969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88"/>
            <p:cNvSpPr/>
            <p:nvPr/>
          </p:nvSpPr>
          <p:spPr>
            <a:xfrm>
              <a:off x="295725" y="-2356925"/>
              <a:ext cx="548500" cy="547050"/>
            </a:xfrm>
            <a:custGeom>
              <a:rect b="b" l="l" r="r" t="t"/>
              <a:pathLst>
                <a:path extrusionOk="0" h="21882" w="2194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88"/>
            <p:cNvSpPr/>
            <p:nvPr/>
          </p:nvSpPr>
          <p:spPr>
            <a:xfrm>
              <a:off x="1774900" y="-1975200"/>
              <a:ext cx="248600" cy="239275"/>
            </a:xfrm>
            <a:custGeom>
              <a:rect b="b" l="l" r="r" t="t"/>
              <a:pathLst>
                <a:path extrusionOk="0" h="9571" w="9944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88"/>
            <p:cNvSpPr/>
            <p:nvPr/>
          </p:nvSpPr>
          <p:spPr>
            <a:xfrm>
              <a:off x="1850800" y="-1908650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5" name="Google Shape;2915;p88"/>
            <p:cNvSpPr/>
            <p:nvPr/>
          </p:nvSpPr>
          <p:spPr>
            <a:xfrm>
              <a:off x="735125" y="-2028925"/>
              <a:ext cx="184150" cy="157950"/>
            </a:xfrm>
            <a:custGeom>
              <a:rect b="b" l="l" r="r" t="t"/>
              <a:pathLst>
                <a:path extrusionOk="0" h="6318" w="7366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88"/>
            <p:cNvSpPr/>
            <p:nvPr/>
          </p:nvSpPr>
          <p:spPr>
            <a:xfrm>
              <a:off x="803475" y="-1984150"/>
              <a:ext cx="74500" cy="69000"/>
            </a:xfrm>
            <a:custGeom>
              <a:rect b="b" l="l" r="r" t="t"/>
              <a:pathLst>
                <a:path extrusionOk="0" h="2760" w="298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17" name="Google Shape;2917;p88"/>
          <p:cNvGrpSpPr/>
          <p:nvPr/>
        </p:nvGrpSpPr>
        <p:grpSpPr>
          <a:xfrm>
            <a:off x="1005972" y="2347838"/>
            <a:ext cx="873188" cy="546900"/>
            <a:chOff x="1115510" y="4327288"/>
            <a:chExt cx="873188" cy="546900"/>
          </a:xfrm>
        </p:grpSpPr>
        <p:sp>
          <p:nvSpPr>
            <p:cNvPr id="2918" name="Google Shape;2918;p88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19" name="Google Shape;2919;p88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2920" name="Google Shape;2920;p88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1" name="Google Shape;2921;p88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2" name="Google Shape;2922;p88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6" name="Shape 2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7" name="Google Shape;2927;p89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REQUISITOS PREVIOS</a:t>
            </a:r>
            <a:endParaRPr/>
          </a:p>
        </p:txBody>
      </p:sp>
      <p:grpSp>
        <p:nvGrpSpPr>
          <p:cNvPr id="2928" name="Google Shape;2928;p89"/>
          <p:cNvGrpSpPr/>
          <p:nvPr/>
        </p:nvGrpSpPr>
        <p:grpSpPr>
          <a:xfrm>
            <a:off x="1611150" y="1050283"/>
            <a:ext cx="5921700" cy="192184"/>
            <a:chOff x="902597" y="1069304"/>
            <a:chExt cx="5921700" cy="192184"/>
          </a:xfrm>
        </p:grpSpPr>
        <p:grpSp>
          <p:nvGrpSpPr>
            <p:cNvPr id="2929" name="Google Shape;2929;p8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2930" name="Google Shape;2930;p89"/>
              <p:cNvSpPr/>
              <p:nvPr/>
            </p:nvSpPr>
            <p:spPr>
              <a:xfrm flipH="1" rot="-2700000">
                <a:off x="6032040" y="1097509"/>
                <a:ext cx="136016" cy="135774"/>
              </a:xfrm>
              <a:custGeom>
                <a:rect b="b" l="l" r="r" t="t"/>
                <a:pathLst>
                  <a:path extrusionOk="0" h="6194" w="6205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931" name="Google Shape;2931;p89"/>
              <p:cNvCxnSpPr>
                <a:stCxn id="2932" idx="6"/>
                <a:endCxn id="2933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33" name="Google Shape;2933;p8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32" name="Google Shape;2932;p8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34" name="Google Shape;2934;p89"/>
          <p:cNvSpPr/>
          <p:nvPr/>
        </p:nvSpPr>
        <p:spPr>
          <a:xfrm>
            <a:off x="1674300" y="2468950"/>
            <a:ext cx="106500" cy="10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5" name="Google Shape;2935;p89"/>
          <p:cNvSpPr txBox="1"/>
          <p:nvPr/>
        </p:nvSpPr>
        <p:spPr>
          <a:xfrm>
            <a:off x="782850" y="3192650"/>
            <a:ext cx="1889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 Debian 12 o superior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6" name="Google Shape;2936;p89"/>
          <p:cNvSpPr txBox="1"/>
          <p:nvPr/>
        </p:nvSpPr>
        <p:spPr>
          <a:xfrm>
            <a:off x="782850" y="2728503"/>
            <a:ext cx="18894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VMWare</a:t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7" name="Google Shape;2937;p89"/>
          <p:cNvSpPr txBox="1"/>
          <p:nvPr/>
        </p:nvSpPr>
        <p:spPr>
          <a:xfrm>
            <a:off x="782850" y="1873200"/>
            <a:ext cx="18894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8" name="Google Shape;2938;p89"/>
          <p:cNvSpPr/>
          <p:nvPr/>
        </p:nvSpPr>
        <p:spPr>
          <a:xfrm>
            <a:off x="5466900" y="2468950"/>
            <a:ext cx="106500" cy="10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9" name="Google Shape;2939;p89"/>
          <p:cNvSpPr txBox="1"/>
          <p:nvPr/>
        </p:nvSpPr>
        <p:spPr>
          <a:xfrm>
            <a:off x="2679150" y="3192650"/>
            <a:ext cx="1889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 Núcleos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0" name="Google Shape;2940;p89"/>
          <p:cNvSpPr txBox="1"/>
          <p:nvPr/>
        </p:nvSpPr>
        <p:spPr>
          <a:xfrm>
            <a:off x="2679150" y="2728503"/>
            <a:ext cx="18894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CPU</a:t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1" name="Google Shape;2941;p89"/>
          <p:cNvSpPr txBox="1"/>
          <p:nvPr/>
        </p:nvSpPr>
        <p:spPr>
          <a:xfrm>
            <a:off x="2679150" y="1873200"/>
            <a:ext cx="18894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2" name="Google Shape;2942;p89"/>
          <p:cNvSpPr/>
          <p:nvPr/>
        </p:nvSpPr>
        <p:spPr>
          <a:xfrm>
            <a:off x="7363200" y="2468950"/>
            <a:ext cx="106500" cy="10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3" name="Google Shape;2943;p89"/>
          <p:cNvSpPr txBox="1"/>
          <p:nvPr/>
        </p:nvSpPr>
        <p:spPr>
          <a:xfrm>
            <a:off x="4575450" y="3192650"/>
            <a:ext cx="1889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Al menos 8GB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4" name="Google Shape;2944;p89"/>
          <p:cNvSpPr txBox="1"/>
          <p:nvPr/>
        </p:nvSpPr>
        <p:spPr>
          <a:xfrm>
            <a:off x="4575450" y="2728503"/>
            <a:ext cx="18894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RAM</a:t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5" name="Google Shape;2945;p89"/>
          <p:cNvSpPr txBox="1"/>
          <p:nvPr/>
        </p:nvSpPr>
        <p:spPr>
          <a:xfrm>
            <a:off x="4575450" y="1873200"/>
            <a:ext cx="18894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946" name="Google Shape;2946;p89"/>
          <p:cNvCxnSpPr>
            <a:stCxn id="2934" idx="6"/>
            <a:endCxn id="2947" idx="2"/>
          </p:cNvCxnSpPr>
          <p:nvPr/>
        </p:nvCxnSpPr>
        <p:spPr>
          <a:xfrm>
            <a:off x="1780800" y="2523700"/>
            <a:ext cx="1789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8" name="Google Shape;2948;p89"/>
          <p:cNvCxnSpPr>
            <a:stCxn id="2938" idx="6"/>
            <a:endCxn id="2942" idx="2"/>
          </p:cNvCxnSpPr>
          <p:nvPr/>
        </p:nvCxnSpPr>
        <p:spPr>
          <a:xfrm>
            <a:off x="5573400" y="2523700"/>
            <a:ext cx="1789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9" name="Google Shape;2949;p89"/>
          <p:cNvSpPr txBox="1"/>
          <p:nvPr/>
        </p:nvSpPr>
        <p:spPr>
          <a:xfrm>
            <a:off x="6471750" y="3192650"/>
            <a:ext cx="20073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16GB de almacenamiento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0" name="Google Shape;2950;p89"/>
          <p:cNvSpPr txBox="1"/>
          <p:nvPr/>
        </p:nvSpPr>
        <p:spPr>
          <a:xfrm>
            <a:off x="6471750" y="2728503"/>
            <a:ext cx="18894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Disco</a:t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1" name="Google Shape;2951;p89"/>
          <p:cNvSpPr txBox="1"/>
          <p:nvPr/>
        </p:nvSpPr>
        <p:spPr>
          <a:xfrm>
            <a:off x="6471750" y="1873200"/>
            <a:ext cx="18894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7" name="Google Shape;2947;p89"/>
          <p:cNvSpPr/>
          <p:nvPr/>
        </p:nvSpPr>
        <p:spPr>
          <a:xfrm>
            <a:off x="3570600" y="2468950"/>
            <a:ext cx="106500" cy="10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52" name="Google Shape;2952;p89"/>
          <p:cNvCxnSpPr>
            <a:stCxn id="2947" idx="6"/>
            <a:endCxn id="2938" idx="2"/>
          </p:cNvCxnSpPr>
          <p:nvPr/>
        </p:nvCxnSpPr>
        <p:spPr>
          <a:xfrm>
            <a:off x="3677100" y="2523700"/>
            <a:ext cx="1789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6" name="Shape 2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7" name="Google Shape;2957;p90"/>
          <p:cNvSpPr txBox="1"/>
          <p:nvPr>
            <p:ph type="title"/>
          </p:nvPr>
        </p:nvSpPr>
        <p:spPr>
          <a:xfrm>
            <a:off x="2598875" y="787425"/>
            <a:ext cx="3946500" cy="1175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02</a:t>
            </a:r>
            <a:endParaRPr/>
          </a:p>
        </p:txBody>
      </p:sp>
      <p:sp>
        <p:nvSpPr>
          <p:cNvPr id="2958" name="Google Shape;2958;p90"/>
          <p:cNvSpPr txBox="1"/>
          <p:nvPr>
            <p:ph idx="2" type="title"/>
          </p:nvPr>
        </p:nvSpPr>
        <p:spPr>
          <a:xfrm>
            <a:off x="1993775" y="2347850"/>
            <a:ext cx="4551300" cy="1229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s">
                <a:latin typeface="Montserrat Medium"/>
                <a:ea typeface="Montserrat Medium"/>
                <a:cs typeface="Montserrat Medium"/>
                <a:sym typeface="Montserrat Medium"/>
              </a:rPr>
              <a:t>Instalación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9" name="Google Shape;2959;p90"/>
          <p:cNvSpPr txBox="1"/>
          <p:nvPr>
            <p:ph idx="1" type="subTitle"/>
          </p:nvPr>
        </p:nvSpPr>
        <p:spPr>
          <a:xfrm>
            <a:off x="2598875" y="3643263"/>
            <a:ext cx="3946500" cy="7128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60" name="Google Shape;2960;p90"/>
          <p:cNvGrpSpPr/>
          <p:nvPr/>
        </p:nvGrpSpPr>
        <p:grpSpPr>
          <a:xfrm>
            <a:off x="2972897" y="2089316"/>
            <a:ext cx="3478000" cy="192185"/>
            <a:chOff x="4788672" y="2177404"/>
            <a:chExt cx="3478000" cy="192185"/>
          </a:xfrm>
        </p:grpSpPr>
        <p:sp>
          <p:nvSpPr>
            <p:cNvPr id="2961" name="Google Shape;2961;p90"/>
            <p:cNvSpPr/>
            <p:nvPr/>
          </p:nvSpPr>
          <p:spPr>
            <a:xfrm flipH="1" rot="-2700000">
              <a:off x="7250940" y="2205609"/>
              <a:ext cx="136016" cy="135774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62" name="Google Shape;2962;p90"/>
            <p:cNvCxnSpPr>
              <a:stCxn id="2963" idx="6"/>
              <a:endCxn id="2964" idx="2"/>
            </p:cNvCxnSpPr>
            <p:nvPr/>
          </p:nvCxnSpPr>
          <p:spPr>
            <a:xfrm rot="10800000">
              <a:off x="4845772" y="2272517"/>
              <a:ext cx="33639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64" name="Google Shape;2964;p90"/>
            <p:cNvSpPr/>
            <p:nvPr/>
          </p:nvSpPr>
          <p:spPr>
            <a:xfrm flipH="1">
              <a:off x="4788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90"/>
            <p:cNvSpPr/>
            <p:nvPr/>
          </p:nvSpPr>
          <p:spPr>
            <a:xfrm flipH="1">
              <a:off x="8209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65" name="Google Shape;2965;p90"/>
          <p:cNvGrpSpPr/>
          <p:nvPr/>
        </p:nvGrpSpPr>
        <p:grpSpPr>
          <a:xfrm flipH="1">
            <a:off x="7834772" y="2544125"/>
            <a:ext cx="1929500" cy="2210100"/>
            <a:chOff x="295725" y="-3462825"/>
            <a:chExt cx="1929500" cy="2210100"/>
          </a:xfrm>
        </p:grpSpPr>
        <p:sp>
          <p:nvSpPr>
            <p:cNvPr id="2966" name="Google Shape;2966;p90"/>
            <p:cNvSpPr/>
            <p:nvPr/>
          </p:nvSpPr>
          <p:spPr>
            <a:xfrm>
              <a:off x="1089425" y="-3462825"/>
              <a:ext cx="700025" cy="959400"/>
            </a:xfrm>
            <a:custGeom>
              <a:rect b="b" l="l" r="r" t="t"/>
              <a:pathLst>
                <a:path extrusionOk="0" h="38376" w="28001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7" name="Google Shape;2967;p90"/>
            <p:cNvSpPr/>
            <p:nvPr/>
          </p:nvSpPr>
          <p:spPr>
            <a:xfrm>
              <a:off x="1064875" y="-2535525"/>
              <a:ext cx="56950" cy="56925"/>
            </a:xfrm>
            <a:custGeom>
              <a:rect b="b" l="l" r="r" t="t"/>
              <a:pathLst>
                <a:path extrusionOk="0" h="2277" w="2278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8" name="Google Shape;2968;p90"/>
            <p:cNvSpPr/>
            <p:nvPr/>
          </p:nvSpPr>
          <p:spPr>
            <a:xfrm>
              <a:off x="1212200" y="-2944175"/>
              <a:ext cx="869900" cy="1026350"/>
            </a:xfrm>
            <a:custGeom>
              <a:rect b="b" l="l" r="r" t="t"/>
              <a:pathLst>
                <a:path extrusionOk="0" h="41054" w="34796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9" name="Google Shape;2969;p90"/>
            <p:cNvSpPr/>
            <p:nvPr/>
          </p:nvSpPr>
          <p:spPr>
            <a:xfrm>
              <a:off x="1577675" y="-2592175"/>
              <a:ext cx="155125" cy="154875"/>
            </a:xfrm>
            <a:custGeom>
              <a:rect b="b" l="l" r="r" t="t"/>
              <a:pathLst>
                <a:path extrusionOk="0" h="6195" w="6205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0" name="Google Shape;2970;p90"/>
            <p:cNvSpPr/>
            <p:nvPr/>
          </p:nvSpPr>
          <p:spPr>
            <a:xfrm>
              <a:off x="1188475" y="-1949950"/>
              <a:ext cx="56950" cy="56950"/>
            </a:xfrm>
            <a:custGeom>
              <a:rect b="b" l="l" r="r" t="t"/>
              <a:pathLst>
                <a:path extrusionOk="0" h="2278" w="2278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1" name="Google Shape;2971;p90"/>
            <p:cNvSpPr/>
            <p:nvPr/>
          </p:nvSpPr>
          <p:spPr>
            <a:xfrm>
              <a:off x="2043025" y="-3122375"/>
              <a:ext cx="38525" cy="38650"/>
            </a:xfrm>
            <a:custGeom>
              <a:rect b="b" l="l" r="r" t="t"/>
              <a:pathLst>
                <a:path extrusionOk="0" h="1546" w="1541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2" name="Google Shape;2972;p90"/>
            <p:cNvSpPr/>
            <p:nvPr/>
          </p:nvSpPr>
          <p:spPr>
            <a:xfrm>
              <a:off x="1472200" y="-3028150"/>
              <a:ext cx="522225" cy="509375"/>
            </a:xfrm>
            <a:custGeom>
              <a:rect b="b" l="l" r="r" t="t"/>
              <a:pathLst>
                <a:path extrusionOk="0" h="20375" w="20889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3" name="Google Shape;2973;p90"/>
            <p:cNvSpPr/>
            <p:nvPr/>
          </p:nvSpPr>
          <p:spPr>
            <a:xfrm>
              <a:off x="1384050" y="-2463000"/>
              <a:ext cx="38250" cy="38250"/>
            </a:xfrm>
            <a:custGeom>
              <a:rect b="b" l="l" r="r" t="t"/>
              <a:pathLst>
                <a:path extrusionOk="0" h="1530" w="153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4" name="Google Shape;2974;p90"/>
            <p:cNvSpPr/>
            <p:nvPr/>
          </p:nvSpPr>
          <p:spPr>
            <a:xfrm>
              <a:off x="1108400" y="-3240375"/>
              <a:ext cx="38250" cy="38650"/>
            </a:xfrm>
            <a:custGeom>
              <a:rect b="b" l="l" r="r" t="t"/>
              <a:pathLst>
                <a:path extrusionOk="0" h="1546" w="153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5" name="Google Shape;2975;p90"/>
            <p:cNvSpPr/>
            <p:nvPr/>
          </p:nvSpPr>
          <p:spPr>
            <a:xfrm>
              <a:off x="537050" y="-3146175"/>
              <a:ext cx="522775" cy="509125"/>
            </a:xfrm>
            <a:custGeom>
              <a:rect b="b" l="l" r="r" t="t"/>
              <a:pathLst>
                <a:path extrusionOk="0" h="20365" w="20911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6" name="Google Shape;2976;p90"/>
            <p:cNvSpPr/>
            <p:nvPr/>
          </p:nvSpPr>
          <p:spPr>
            <a:xfrm>
              <a:off x="449150" y="-2581150"/>
              <a:ext cx="38250" cy="38375"/>
            </a:xfrm>
            <a:custGeom>
              <a:rect b="b" l="l" r="r" t="t"/>
              <a:pathLst>
                <a:path extrusionOk="0" h="1535" w="153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7" name="Google Shape;2977;p90"/>
            <p:cNvSpPr/>
            <p:nvPr/>
          </p:nvSpPr>
          <p:spPr>
            <a:xfrm>
              <a:off x="1636250" y="-2122350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8" name="Google Shape;2978;p90"/>
            <p:cNvSpPr/>
            <p:nvPr/>
          </p:nvSpPr>
          <p:spPr>
            <a:xfrm>
              <a:off x="1711575" y="-2197675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9" name="Google Shape;2979;p90"/>
            <p:cNvSpPr/>
            <p:nvPr/>
          </p:nvSpPr>
          <p:spPr>
            <a:xfrm>
              <a:off x="1786900" y="-2273000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0" name="Google Shape;2980;p90"/>
            <p:cNvSpPr/>
            <p:nvPr/>
          </p:nvSpPr>
          <p:spPr>
            <a:xfrm>
              <a:off x="1862225" y="-2348325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1" name="Google Shape;2981;p90"/>
            <p:cNvSpPr/>
            <p:nvPr/>
          </p:nvSpPr>
          <p:spPr>
            <a:xfrm>
              <a:off x="1937550" y="-2423950"/>
              <a:ext cx="137025" cy="25425"/>
            </a:xfrm>
            <a:custGeom>
              <a:rect b="b" l="l" r="r" t="t"/>
              <a:pathLst>
                <a:path extrusionOk="0" h="1017" w="5481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2" name="Google Shape;2982;p90"/>
            <p:cNvSpPr/>
            <p:nvPr/>
          </p:nvSpPr>
          <p:spPr>
            <a:xfrm>
              <a:off x="2013150" y="-2499275"/>
              <a:ext cx="136750" cy="25150"/>
            </a:xfrm>
            <a:custGeom>
              <a:rect b="b" l="l" r="r" t="t"/>
              <a:pathLst>
                <a:path extrusionOk="0" h="1006" w="547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3" name="Google Shape;2983;p90"/>
            <p:cNvSpPr/>
            <p:nvPr/>
          </p:nvSpPr>
          <p:spPr>
            <a:xfrm>
              <a:off x="2088500" y="-2574600"/>
              <a:ext cx="136725" cy="25150"/>
            </a:xfrm>
            <a:custGeom>
              <a:rect b="b" l="l" r="r" t="t"/>
              <a:pathLst>
                <a:path extrusionOk="0" h="1006" w="5469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4" name="Google Shape;2984;p90"/>
            <p:cNvSpPr/>
            <p:nvPr/>
          </p:nvSpPr>
          <p:spPr>
            <a:xfrm>
              <a:off x="463950" y="-2710950"/>
              <a:ext cx="548500" cy="546775"/>
            </a:xfrm>
            <a:custGeom>
              <a:rect b="b" l="l" r="r" t="t"/>
              <a:pathLst>
                <a:path extrusionOk="0" h="21871" w="2194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5" name="Google Shape;2985;p90"/>
            <p:cNvSpPr/>
            <p:nvPr/>
          </p:nvSpPr>
          <p:spPr>
            <a:xfrm>
              <a:off x="942975" y="-1800075"/>
              <a:ext cx="549225" cy="547350"/>
            </a:xfrm>
            <a:custGeom>
              <a:rect b="b" l="l" r="r" t="t"/>
              <a:pathLst>
                <a:path extrusionOk="0" h="21894" w="21969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6" name="Google Shape;2986;p90"/>
            <p:cNvSpPr/>
            <p:nvPr/>
          </p:nvSpPr>
          <p:spPr>
            <a:xfrm>
              <a:off x="295725" y="-2356925"/>
              <a:ext cx="548500" cy="547050"/>
            </a:xfrm>
            <a:custGeom>
              <a:rect b="b" l="l" r="r" t="t"/>
              <a:pathLst>
                <a:path extrusionOk="0" h="21882" w="2194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7" name="Google Shape;2987;p90"/>
            <p:cNvSpPr/>
            <p:nvPr/>
          </p:nvSpPr>
          <p:spPr>
            <a:xfrm>
              <a:off x="1774900" y="-1975200"/>
              <a:ext cx="248600" cy="239275"/>
            </a:xfrm>
            <a:custGeom>
              <a:rect b="b" l="l" r="r" t="t"/>
              <a:pathLst>
                <a:path extrusionOk="0" h="9571" w="9944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8" name="Google Shape;2988;p90"/>
            <p:cNvSpPr/>
            <p:nvPr/>
          </p:nvSpPr>
          <p:spPr>
            <a:xfrm>
              <a:off x="1850800" y="-1908650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9" name="Google Shape;2989;p90"/>
            <p:cNvSpPr/>
            <p:nvPr/>
          </p:nvSpPr>
          <p:spPr>
            <a:xfrm>
              <a:off x="735125" y="-2028925"/>
              <a:ext cx="184150" cy="157950"/>
            </a:xfrm>
            <a:custGeom>
              <a:rect b="b" l="l" r="r" t="t"/>
              <a:pathLst>
                <a:path extrusionOk="0" h="6318" w="7366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0" name="Google Shape;2990;p90"/>
            <p:cNvSpPr/>
            <p:nvPr/>
          </p:nvSpPr>
          <p:spPr>
            <a:xfrm>
              <a:off x="803475" y="-1984150"/>
              <a:ext cx="74500" cy="69000"/>
            </a:xfrm>
            <a:custGeom>
              <a:rect b="b" l="l" r="r" t="t"/>
              <a:pathLst>
                <a:path extrusionOk="0" h="2760" w="298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91" name="Google Shape;2991;p90"/>
          <p:cNvGrpSpPr/>
          <p:nvPr/>
        </p:nvGrpSpPr>
        <p:grpSpPr>
          <a:xfrm>
            <a:off x="1005972" y="2347838"/>
            <a:ext cx="873188" cy="546900"/>
            <a:chOff x="1115510" y="4327288"/>
            <a:chExt cx="873188" cy="546900"/>
          </a:xfrm>
        </p:grpSpPr>
        <p:sp>
          <p:nvSpPr>
            <p:cNvPr id="2992" name="Google Shape;2992;p90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93" name="Google Shape;2993;p90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2994" name="Google Shape;2994;p90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5" name="Google Shape;2995;p90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6" name="Google Shape;2996;p90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0" name="Shape 3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1" name="Google Shape;3001;p91"/>
          <p:cNvSpPr txBox="1"/>
          <p:nvPr>
            <p:ph idx="1" type="body"/>
          </p:nvPr>
        </p:nvSpPr>
        <p:spPr>
          <a:xfrm>
            <a:off x="1932150" y="1660875"/>
            <a:ext cx="5279700" cy="22392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 una máquina virtual con las </a:t>
            </a:r>
            <a:r>
              <a:rPr lang="es"/>
              <a:t>características</a:t>
            </a:r>
            <a:r>
              <a:rPr lang="es"/>
              <a:t> de la diapositiva anterior.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Añade 5 discos de 60GB para hacer pruebas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En la configuración del procesador activa la opción “Virtualizar Intel VT-x/EPT o AMD-V/RVI” si tu host lo permite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Introduce la ISO de  instalación y activa el CD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Reinicia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002" name="Google Shape;3002;p91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Instalación: Máquina Virtual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6" name="Shape 3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7" name="Google Shape;3007;p92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Instalación</a:t>
            </a:r>
            <a:endParaRPr/>
          </a:p>
        </p:txBody>
      </p:sp>
      <p:pic>
        <p:nvPicPr>
          <p:cNvPr id="3008" name="Google Shape;3008;p92"/>
          <p:cNvPicPr preferRelativeResize="0"/>
          <p:nvPr/>
        </p:nvPicPr>
        <p:blipFill rotWithShape="1">
          <a:blip r:embed="rId3">
            <a:alphaModFix/>
          </a:blip>
          <a:srcRect b="8604" l="0" r="5365" t="6368"/>
          <a:stretch/>
        </p:blipFill>
        <p:spPr>
          <a:xfrm>
            <a:off x="1857700" y="1046650"/>
            <a:ext cx="5127574" cy="33017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009" name="Google Shape;3009;p92"/>
          <p:cNvCxnSpPr/>
          <p:nvPr/>
        </p:nvCxnSpPr>
        <p:spPr>
          <a:xfrm rot="10800000">
            <a:off x="4323600" y="1507125"/>
            <a:ext cx="4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3" name="Shape 3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4" name="Google Shape;3014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0500" y="1056725"/>
            <a:ext cx="4905199" cy="37097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015" name="Google Shape;3015;p93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Instalación</a:t>
            </a:r>
            <a:endParaRPr/>
          </a:p>
        </p:txBody>
      </p:sp>
      <p:cxnSp>
        <p:nvCxnSpPr>
          <p:cNvPr id="3016" name="Google Shape;3016;p93"/>
          <p:cNvCxnSpPr/>
          <p:nvPr/>
        </p:nvCxnSpPr>
        <p:spPr>
          <a:xfrm rot="10800000">
            <a:off x="5031125" y="2371850"/>
            <a:ext cx="4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0" name="Shape 3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1" name="Google Shape;3021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2425" y="1045500"/>
            <a:ext cx="3859142" cy="29111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022" name="Google Shape;3022;p94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Instalación</a:t>
            </a:r>
            <a:endParaRPr/>
          </a:p>
        </p:txBody>
      </p:sp>
      <p:cxnSp>
        <p:nvCxnSpPr>
          <p:cNvPr id="3023" name="Google Shape;3023;p94"/>
          <p:cNvCxnSpPr/>
          <p:nvPr/>
        </p:nvCxnSpPr>
        <p:spPr>
          <a:xfrm rot="10800000">
            <a:off x="5884600" y="1877700"/>
            <a:ext cx="4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24" name="Google Shape;3024;p94"/>
          <p:cNvSpPr txBox="1"/>
          <p:nvPr>
            <p:ph idx="1" type="body"/>
          </p:nvPr>
        </p:nvSpPr>
        <p:spPr>
          <a:xfrm>
            <a:off x="1594725" y="4333725"/>
            <a:ext cx="70077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Selecciona el disco utilizando la tecla “Espacio” y después “OK”.</a:t>
            </a:r>
            <a:br>
              <a:rPr lang="es"/>
            </a:br>
            <a:r>
              <a:rPr lang="es"/>
              <a:t>Podríamos</a:t>
            </a:r>
            <a:r>
              <a:rPr lang="es"/>
              <a:t> seleccionar varios discos para redundar el SO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8" name="Shape 3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9" name="Google Shape;3029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3038" y="1034300"/>
            <a:ext cx="4917935" cy="37097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030" name="Google Shape;3030;p95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Instalación</a:t>
            </a:r>
            <a:endParaRPr/>
          </a:p>
        </p:txBody>
      </p:sp>
      <p:cxnSp>
        <p:nvCxnSpPr>
          <p:cNvPr id="3031" name="Google Shape;3031;p95"/>
          <p:cNvCxnSpPr/>
          <p:nvPr/>
        </p:nvCxnSpPr>
        <p:spPr>
          <a:xfrm rot="10800000">
            <a:off x="4256225" y="3494900"/>
            <a:ext cx="4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5" name="Shape 3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6" name="Google Shape;3036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2125" y="1116163"/>
            <a:ext cx="3899761" cy="29111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037" name="Google Shape;3037;p96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Instalación</a:t>
            </a:r>
            <a:endParaRPr/>
          </a:p>
        </p:txBody>
      </p:sp>
      <p:cxnSp>
        <p:nvCxnSpPr>
          <p:cNvPr id="3038" name="Google Shape;3038;p96"/>
          <p:cNvCxnSpPr/>
          <p:nvPr/>
        </p:nvCxnSpPr>
        <p:spPr>
          <a:xfrm rot="10800000">
            <a:off x="5547700" y="2158450"/>
            <a:ext cx="4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39" name="Google Shape;3039;p96"/>
          <p:cNvSpPr txBox="1"/>
          <p:nvPr>
            <p:ph idx="1" type="body"/>
          </p:nvPr>
        </p:nvSpPr>
        <p:spPr>
          <a:xfrm>
            <a:off x="1311550" y="4344925"/>
            <a:ext cx="70077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Pulsamos la primera opción para configurar el password del admin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3" name="Shape 3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4" name="Google Shape;3044;p97"/>
          <p:cNvPicPr preferRelativeResize="0"/>
          <p:nvPr/>
        </p:nvPicPr>
        <p:blipFill rotWithShape="1">
          <a:blip r:embed="rId3">
            <a:alphaModFix/>
          </a:blip>
          <a:srcRect b="0" l="0" r="0" t="4067"/>
          <a:stretch/>
        </p:blipFill>
        <p:spPr>
          <a:xfrm>
            <a:off x="2123275" y="1052750"/>
            <a:ext cx="4897476" cy="35589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045" name="Google Shape;3045;p97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Instalación</a:t>
            </a:r>
            <a:endParaRPr/>
          </a:p>
        </p:txBody>
      </p:sp>
      <p:cxnSp>
        <p:nvCxnSpPr>
          <p:cNvPr id="3046" name="Google Shape;3046;p97"/>
          <p:cNvCxnSpPr/>
          <p:nvPr/>
        </p:nvCxnSpPr>
        <p:spPr>
          <a:xfrm rot="10800000">
            <a:off x="4089000" y="3090600"/>
            <a:ext cx="4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0" name="Shape 3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1" name="Google Shape;3051;p98"/>
          <p:cNvPicPr preferRelativeResize="0"/>
          <p:nvPr/>
        </p:nvPicPr>
        <p:blipFill rotWithShape="1">
          <a:blip r:embed="rId3">
            <a:alphaModFix/>
          </a:blip>
          <a:srcRect b="7635" l="0" r="0" t="9726"/>
          <a:stretch/>
        </p:blipFill>
        <p:spPr>
          <a:xfrm>
            <a:off x="2111775" y="1197500"/>
            <a:ext cx="4920450" cy="30658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052" name="Google Shape;3052;p98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Instalación</a:t>
            </a:r>
            <a:endParaRPr/>
          </a:p>
        </p:txBody>
      </p:sp>
      <p:cxnSp>
        <p:nvCxnSpPr>
          <p:cNvPr id="3053" name="Google Shape;3053;p98"/>
          <p:cNvCxnSpPr/>
          <p:nvPr/>
        </p:nvCxnSpPr>
        <p:spPr>
          <a:xfrm rot="10800000">
            <a:off x="4235000" y="3438750"/>
            <a:ext cx="4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54" name="Google Shape;3054;p98"/>
          <p:cNvSpPr txBox="1"/>
          <p:nvPr>
            <p:ph idx="1" type="body"/>
          </p:nvPr>
        </p:nvSpPr>
        <p:spPr>
          <a:xfrm>
            <a:off x="1387750" y="4421125"/>
            <a:ext cx="70077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Después de seleccionar esta opción comienza la instalación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8" name="Shape 3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9" name="Google Shape;3059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2062" y="1078063"/>
            <a:ext cx="3939872" cy="29873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060" name="Google Shape;3060;p99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Instalación</a:t>
            </a:r>
            <a:endParaRPr/>
          </a:p>
        </p:txBody>
      </p:sp>
      <p:cxnSp>
        <p:nvCxnSpPr>
          <p:cNvPr id="3061" name="Google Shape;3061;p99"/>
          <p:cNvCxnSpPr/>
          <p:nvPr/>
        </p:nvCxnSpPr>
        <p:spPr>
          <a:xfrm rot="10800000">
            <a:off x="4875125" y="2618950"/>
            <a:ext cx="4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62" name="Google Shape;3062;p99"/>
          <p:cNvSpPr txBox="1"/>
          <p:nvPr>
            <p:ph idx="1" type="body"/>
          </p:nvPr>
        </p:nvSpPr>
        <p:spPr>
          <a:xfrm>
            <a:off x="1960500" y="4409900"/>
            <a:ext cx="70077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 terminar la instalación nos pedirá reiniciar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6" name="Shape 3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7" name="Google Shape;3067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1025" y="1130875"/>
            <a:ext cx="3961960" cy="2976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068" name="Google Shape;3068;p100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Instalación</a:t>
            </a:r>
            <a:endParaRPr/>
          </a:p>
        </p:txBody>
      </p:sp>
      <p:cxnSp>
        <p:nvCxnSpPr>
          <p:cNvPr id="3069" name="Google Shape;3069;p100"/>
          <p:cNvCxnSpPr/>
          <p:nvPr/>
        </p:nvCxnSpPr>
        <p:spPr>
          <a:xfrm rot="10800000">
            <a:off x="4942500" y="2383125"/>
            <a:ext cx="4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3" name="Shape 3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Google Shape;3074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4263" y="1083675"/>
            <a:ext cx="5755465" cy="2976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075" name="Google Shape;3075;p101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Instalación</a:t>
            </a:r>
            <a:endParaRPr/>
          </a:p>
        </p:txBody>
      </p:sp>
      <p:cxnSp>
        <p:nvCxnSpPr>
          <p:cNvPr id="3076" name="Google Shape;3076;p101"/>
          <p:cNvCxnSpPr/>
          <p:nvPr/>
        </p:nvCxnSpPr>
        <p:spPr>
          <a:xfrm rot="10800000">
            <a:off x="4330500" y="1630700"/>
            <a:ext cx="4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77" name="Google Shape;3077;p101"/>
          <p:cNvSpPr txBox="1"/>
          <p:nvPr>
            <p:ph idx="1" type="body"/>
          </p:nvPr>
        </p:nvSpPr>
        <p:spPr>
          <a:xfrm>
            <a:off x="2112900" y="4409900"/>
            <a:ext cx="70077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 vez instalado ya podemos empezar a usarlo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1" name="Shape 3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2" name="Google Shape;3082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4112" y="1011825"/>
            <a:ext cx="3287937" cy="2976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083" name="Google Shape;3083;p102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Instalación</a:t>
            </a:r>
            <a:endParaRPr/>
          </a:p>
        </p:txBody>
      </p:sp>
      <p:cxnSp>
        <p:nvCxnSpPr>
          <p:cNvPr id="3084" name="Google Shape;3084;p102"/>
          <p:cNvCxnSpPr/>
          <p:nvPr/>
        </p:nvCxnSpPr>
        <p:spPr>
          <a:xfrm rot="10800000">
            <a:off x="4790925" y="1743000"/>
            <a:ext cx="4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85" name="Google Shape;3085;p102"/>
          <p:cNvSpPr txBox="1"/>
          <p:nvPr>
            <p:ph idx="1" type="body"/>
          </p:nvPr>
        </p:nvSpPr>
        <p:spPr>
          <a:xfrm>
            <a:off x="415525" y="4409900"/>
            <a:ext cx="87051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 vez arrancado accederemos a la aplicación web a través de la IP que nos facilita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9" name="Shape 3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0" name="Google Shape;3090;p103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Instalación</a:t>
            </a:r>
            <a:endParaRPr/>
          </a:p>
        </p:txBody>
      </p:sp>
      <p:cxnSp>
        <p:nvCxnSpPr>
          <p:cNvPr id="3091" name="Google Shape;3091;p103"/>
          <p:cNvCxnSpPr/>
          <p:nvPr/>
        </p:nvCxnSpPr>
        <p:spPr>
          <a:xfrm rot="10800000">
            <a:off x="4790925" y="1743000"/>
            <a:ext cx="4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92" name="Google Shape;3092;p103"/>
          <p:cNvSpPr txBox="1"/>
          <p:nvPr>
            <p:ph idx="1" type="body"/>
          </p:nvPr>
        </p:nvSpPr>
        <p:spPr>
          <a:xfrm>
            <a:off x="1325175" y="4409900"/>
            <a:ext cx="69405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 probais a acceder desde un Windows Server descargad otro navegador, no funciona con Internet Explorer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93" name="Google Shape;3093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2975" y="1034275"/>
            <a:ext cx="4284894" cy="297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7" name="Shape 3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8" name="Google Shape;3098;p104"/>
          <p:cNvSpPr txBox="1"/>
          <p:nvPr>
            <p:ph type="title"/>
          </p:nvPr>
        </p:nvSpPr>
        <p:spPr>
          <a:xfrm>
            <a:off x="2598875" y="787425"/>
            <a:ext cx="3946500" cy="1175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03</a:t>
            </a:r>
            <a:endParaRPr/>
          </a:p>
        </p:txBody>
      </p:sp>
      <p:sp>
        <p:nvSpPr>
          <p:cNvPr id="3099" name="Google Shape;3099;p104"/>
          <p:cNvSpPr txBox="1"/>
          <p:nvPr>
            <p:ph idx="2" type="title"/>
          </p:nvPr>
        </p:nvSpPr>
        <p:spPr>
          <a:xfrm>
            <a:off x="1993775" y="2347850"/>
            <a:ext cx="4551300" cy="1229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s">
                <a:latin typeface="Montserrat Medium"/>
                <a:ea typeface="Montserrat Medium"/>
                <a:cs typeface="Montserrat Medium"/>
                <a:sym typeface="Montserrat Medium"/>
              </a:rPr>
              <a:t>Configuración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0" name="Google Shape;3100;p104"/>
          <p:cNvSpPr txBox="1"/>
          <p:nvPr>
            <p:ph idx="1" type="subTitle"/>
          </p:nvPr>
        </p:nvSpPr>
        <p:spPr>
          <a:xfrm>
            <a:off x="2598875" y="3643263"/>
            <a:ext cx="3946500" cy="7128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01" name="Google Shape;3101;p104"/>
          <p:cNvGrpSpPr/>
          <p:nvPr/>
        </p:nvGrpSpPr>
        <p:grpSpPr>
          <a:xfrm>
            <a:off x="2972897" y="2089316"/>
            <a:ext cx="3478000" cy="192185"/>
            <a:chOff x="4788672" y="2177404"/>
            <a:chExt cx="3478000" cy="192185"/>
          </a:xfrm>
        </p:grpSpPr>
        <p:sp>
          <p:nvSpPr>
            <p:cNvPr id="3102" name="Google Shape;3102;p104"/>
            <p:cNvSpPr/>
            <p:nvPr/>
          </p:nvSpPr>
          <p:spPr>
            <a:xfrm flipH="1" rot="-2700000">
              <a:off x="7250940" y="2205609"/>
              <a:ext cx="136016" cy="135774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103" name="Google Shape;3103;p104"/>
            <p:cNvCxnSpPr>
              <a:stCxn id="3104" idx="6"/>
              <a:endCxn id="3105" idx="2"/>
            </p:cNvCxnSpPr>
            <p:nvPr/>
          </p:nvCxnSpPr>
          <p:spPr>
            <a:xfrm rot="10800000">
              <a:off x="4845772" y="2272517"/>
              <a:ext cx="33639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05" name="Google Shape;3105;p104"/>
            <p:cNvSpPr/>
            <p:nvPr/>
          </p:nvSpPr>
          <p:spPr>
            <a:xfrm flipH="1">
              <a:off x="4788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4" name="Google Shape;3104;p104"/>
            <p:cNvSpPr/>
            <p:nvPr/>
          </p:nvSpPr>
          <p:spPr>
            <a:xfrm flipH="1">
              <a:off x="8209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06" name="Google Shape;3106;p104"/>
          <p:cNvGrpSpPr/>
          <p:nvPr/>
        </p:nvGrpSpPr>
        <p:grpSpPr>
          <a:xfrm flipH="1">
            <a:off x="7834772" y="2544125"/>
            <a:ext cx="1929500" cy="2210100"/>
            <a:chOff x="295725" y="-3462825"/>
            <a:chExt cx="1929500" cy="2210100"/>
          </a:xfrm>
        </p:grpSpPr>
        <p:sp>
          <p:nvSpPr>
            <p:cNvPr id="3107" name="Google Shape;3107;p104"/>
            <p:cNvSpPr/>
            <p:nvPr/>
          </p:nvSpPr>
          <p:spPr>
            <a:xfrm>
              <a:off x="1089425" y="-3462825"/>
              <a:ext cx="700025" cy="959400"/>
            </a:xfrm>
            <a:custGeom>
              <a:rect b="b" l="l" r="r" t="t"/>
              <a:pathLst>
                <a:path extrusionOk="0" h="38376" w="28001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8" name="Google Shape;3108;p104"/>
            <p:cNvSpPr/>
            <p:nvPr/>
          </p:nvSpPr>
          <p:spPr>
            <a:xfrm>
              <a:off x="1064875" y="-2535525"/>
              <a:ext cx="56950" cy="56925"/>
            </a:xfrm>
            <a:custGeom>
              <a:rect b="b" l="l" r="r" t="t"/>
              <a:pathLst>
                <a:path extrusionOk="0" h="2277" w="2278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104"/>
            <p:cNvSpPr/>
            <p:nvPr/>
          </p:nvSpPr>
          <p:spPr>
            <a:xfrm>
              <a:off x="1212200" y="-2944175"/>
              <a:ext cx="869900" cy="1026350"/>
            </a:xfrm>
            <a:custGeom>
              <a:rect b="b" l="l" r="r" t="t"/>
              <a:pathLst>
                <a:path extrusionOk="0" h="41054" w="34796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104"/>
            <p:cNvSpPr/>
            <p:nvPr/>
          </p:nvSpPr>
          <p:spPr>
            <a:xfrm>
              <a:off x="1577675" y="-2592175"/>
              <a:ext cx="155125" cy="154875"/>
            </a:xfrm>
            <a:custGeom>
              <a:rect b="b" l="l" r="r" t="t"/>
              <a:pathLst>
                <a:path extrusionOk="0" h="6195" w="6205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1" name="Google Shape;3111;p104"/>
            <p:cNvSpPr/>
            <p:nvPr/>
          </p:nvSpPr>
          <p:spPr>
            <a:xfrm>
              <a:off x="1188475" y="-1949950"/>
              <a:ext cx="56950" cy="56950"/>
            </a:xfrm>
            <a:custGeom>
              <a:rect b="b" l="l" r="r" t="t"/>
              <a:pathLst>
                <a:path extrusionOk="0" h="2278" w="2278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104"/>
            <p:cNvSpPr/>
            <p:nvPr/>
          </p:nvSpPr>
          <p:spPr>
            <a:xfrm>
              <a:off x="2043025" y="-3122375"/>
              <a:ext cx="38525" cy="38650"/>
            </a:xfrm>
            <a:custGeom>
              <a:rect b="b" l="l" r="r" t="t"/>
              <a:pathLst>
                <a:path extrusionOk="0" h="1546" w="1541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104"/>
            <p:cNvSpPr/>
            <p:nvPr/>
          </p:nvSpPr>
          <p:spPr>
            <a:xfrm>
              <a:off x="1472200" y="-3028150"/>
              <a:ext cx="522225" cy="509375"/>
            </a:xfrm>
            <a:custGeom>
              <a:rect b="b" l="l" r="r" t="t"/>
              <a:pathLst>
                <a:path extrusionOk="0" h="20375" w="20889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4" name="Google Shape;3114;p104"/>
            <p:cNvSpPr/>
            <p:nvPr/>
          </p:nvSpPr>
          <p:spPr>
            <a:xfrm>
              <a:off x="1384050" y="-2463000"/>
              <a:ext cx="38250" cy="38250"/>
            </a:xfrm>
            <a:custGeom>
              <a:rect b="b" l="l" r="r" t="t"/>
              <a:pathLst>
                <a:path extrusionOk="0" h="1530" w="153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5" name="Google Shape;3115;p104"/>
            <p:cNvSpPr/>
            <p:nvPr/>
          </p:nvSpPr>
          <p:spPr>
            <a:xfrm>
              <a:off x="1108400" y="-3240375"/>
              <a:ext cx="38250" cy="38650"/>
            </a:xfrm>
            <a:custGeom>
              <a:rect b="b" l="l" r="r" t="t"/>
              <a:pathLst>
                <a:path extrusionOk="0" h="1546" w="153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6" name="Google Shape;3116;p104"/>
            <p:cNvSpPr/>
            <p:nvPr/>
          </p:nvSpPr>
          <p:spPr>
            <a:xfrm>
              <a:off x="537050" y="-3146175"/>
              <a:ext cx="522775" cy="509125"/>
            </a:xfrm>
            <a:custGeom>
              <a:rect b="b" l="l" r="r" t="t"/>
              <a:pathLst>
                <a:path extrusionOk="0" h="20365" w="20911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7" name="Google Shape;3117;p104"/>
            <p:cNvSpPr/>
            <p:nvPr/>
          </p:nvSpPr>
          <p:spPr>
            <a:xfrm>
              <a:off x="449150" y="-2581150"/>
              <a:ext cx="38250" cy="38375"/>
            </a:xfrm>
            <a:custGeom>
              <a:rect b="b" l="l" r="r" t="t"/>
              <a:pathLst>
                <a:path extrusionOk="0" h="1535" w="153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8" name="Google Shape;3118;p104"/>
            <p:cNvSpPr/>
            <p:nvPr/>
          </p:nvSpPr>
          <p:spPr>
            <a:xfrm>
              <a:off x="1636250" y="-2122350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9" name="Google Shape;3119;p104"/>
            <p:cNvSpPr/>
            <p:nvPr/>
          </p:nvSpPr>
          <p:spPr>
            <a:xfrm>
              <a:off x="1711575" y="-2197675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104"/>
            <p:cNvSpPr/>
            <p:nvPr/>
          </p:nvSpPr>
          <p:spPr>
            <a:xfrm>
              <a:off x="1786900" y="-2273000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1" name="Google Shape;3121;p104"/>
            <p:cNvSpPr/>
            <p:nvPr/>
          </p:nvSpPr>
          <p:spPr>
            <a:xfrm>
              <a:off x="1862225" y="-2348325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104"/>
            <p:cNvSpPr/>
            <p:nvPr/>
          </p:nvSpPr>
          <p:spPr>
            <a:xfrm>
              <a:off x="1937550" y="-2423950"/>
              <a:ext cx="137025" cy="25425"/>
            </a:xfrm>
            <a:custGeom>
              <a:rect b="b" l="l" r="r" t="t"/>
              <a:pathLst>
                <a:path extrusionOk="0" h="1017" w="5481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3" name="Google Shape;3123;p104"/>
            <p:cNvSpPr/>
            <p:nvPr/>
          </p:nvSpPr>
          <p:spPr>
            <a:xfrm>
              <a:off x="2013150" y="-2499275"/>
              <a:ext cx="136750" cy="25150"/>
            </a:xfrm>
            <a:custGeom>
              <a:rect b="b" l="l" r="r" t="t"/>
              <a:pathLst>
                <a:path extrusionOk="0" h="1006" w="547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104"/>
            <p:cNvSpPr/>
            <p:nvPr/>
          </p:nvSpPr>
          <p:spPr>
            <a:xfrm>
              <a:off x="2088500" y="-2574600"/>
              <a:ext cx="136725" cy="25150"/>
            </a:xfrm>
            <a:custGeom>
              <a:rect b="b" l="l" r="r" t="t"/>
              <a:pathLst>
                <a:path extrusionOk="0" h="1006" w="5469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5" name="Google Shape;3125;p104"/>
            <p:cNvSpPr/>
            <p:nvPr/>
          </p:nvSpPr>
          <p:spPr>
            <a:xfrm>
              <a:off x="463950" y="-2710950"/>
              <a:ext cx="548500" cy="546775"/>
            </a:xfrm>
            <a:custGeom>
              <a:rect b="b" l="l" r="r" t="t"/>
              <a:pathLst>
                <a:path extrusionOk="0" h="21871" w="2194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104"/>
            <p:cNvSpPr/>
            <p:nvPr/>
          </p:nvSpPr>
          <p:spPr>
            <a:xfrm>
              <a:off x="942975" y="-1800075"/>
              <a:ext cx="549225" cy="547350"/>
            </a:xfrm>
            <a:custGeom>
              <a:rect b="b" l="l" r="r" t="t"/>
              <a:pathLst>
                <a:path extrusionOk="0" h="21894" w="21969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7" name="Google Shape;3127;p104"/>
            <p:cNvSpPr/>
            <p:nvPr/>
          </p:nvSpPr>
          <p:spPr>
            <a:xfrm>
              <a:off x="295725" y="-2356925"/>
              <a:ext cx="548500" cy="547050"/>
            </a:xfrm>
            <a:custGeom>
              <a:rect b="b" l="l" r="r" t="t"/>
              <a:pathLst>
                <a:path extrusionOk="0" h="21882" w="2194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104"/>
            <p:cNvSpPr/>
            <p:nvPr/>
          </p:nvSpPr>
          <p:spPr>
            <a:xfrm>
              <a:off x="1774900" y="-1975200"/>
              <a:ext cx="248600" cy="239275"/>
            </a:xfrm>
            <a:custGeom>
              <a:rect b="b" l="l" r="r" t="t"/>
              <a:pathLst>
                <a:path extrusionOk="0" h="9571" w="9944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9" name="Google Shape;3129;p104"/>
            <p:cNvSpPr/>
            <p:nvPr/>
          </p:nvSpPr>
          <p:spPr>
            <a:xfrm>
              <a:off x="1850800" y="-1908650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0" name="Google Shape;3130;p104"/>
            <p:cNvSpPr/>
            <p:nvPr/>
          </p:nvSpPr>
          <p:spPr>
            <a:xfrm>
              <a:off x="735125" y="-2028925"/>
              <a:ext cx="184150" cy="157950"/>
            </a:xfrm>
            <a:custGeom>
              <a:rect b="b" l="l" r="r" t="t"/>
              <a:pathLst>
                <a:path extrusionOk="0" h="6318" w="7366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1" name="Google Shape;3131;p104"/>
            <p:cNvSpPr/>
            <p:nvPr/>
          </p:nvSpPr>
          <p:spPr>
            <a:xfrm>
              <a:off x="803475" y="-1984150"/>
              <a:ext cx="74500" cy="69000"/>
            </a:xfrm>
            <a:custGeom>
              <a:rect b="b" l="l" r="r" t="t"/>
              <a:pathLst>
                <a:path extrusionOk="0" h="2760" w="298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32" name="Google Shape;3132;p104"/>
          <p:cNvGrpSpPr/>
          <p:nvPr/>
        </p:nvGrpSpPr>
        <p:grpSpPr>
          <a:xfrm>
            <a:off x="1005972" y="2347838"/>
            <a:ext cx="873188" cy="546900"/>
            <a:chOff x="1115510" y="4327288"/>
            <a:chExt cx="873188" cy="546900"/>
          </a:xfrm>
        </p:grpSpPr>
        <p:sp>
          <p:nvSpPr>
            <p:cNvPr id="3133" name="Google Shape;3133;p104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34" name="Google Shape;3134;p104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3135" name="Google Shape;3135;p104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6" name="Google Shape;3136;p104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7" name="Google Shape;3137;p104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1" name="Shape 3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2" name="Google Shape;3142;p105"/>
          <p:cNvSpPr txBox="1"/>
          <p:nvPr>
            <p:ph idx="1" type="body"/>
          </p:nvPr>
        </p:nvSpPr>
        <p:spPr>
          <a:xfrm>
            <a:off x="1347650" y="1660875"/>
            <a:ext cx="6592200" cy="28449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</a:t>
            </a:r>
            <a:r>
              <a:rPr lang="es"/>
              <a:t>n </a:t>
            </a:r>
            <a:r>
              <a:rPr b="1" lang="es"/>
              <a:t>pool </a:t>
            </a:r>
            <a:r>
              <a:rPr lang="es"/>
              <a:t>es una colección de discos físicos agrupados para formar un sistema de almacenamiento lógico basado en ZFS (Zettabyte File System).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 Es una de las estructuras clave en TrueNAS para gestionar el almacenamiento y garantizar la integridad de los datos.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Combina múltiples discos físicos en un único espacio de almacenamiento. ZFS gestiona el espacio, la redundancia y la integridad de los datos en este pool.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Están diseñados para ser altamente confiables y escalables.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43" name="Google Shape;3143;p105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Definición de Pool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7" name="Shape 3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8" name="Google Shape;3148;p106"/>
          <p:cNvPicPr preferRelativeResize="0"/>
          <p:nvPr/>
        </p:nvPicPr>
        <p:blipFill rotWithShape="1">
          <a:blip r:embed="rId3">
            <a:alphaModFix/>
          </a:blip>
          <a:srcRect b="9148" l="0" r="0" t="0"/>
          <a:stretch/>
        </p:blipFill>
        <p:spPr>
          <a:xfrm>
            <a:off x="1163125" y="1011825"/>
            <a:ext cx="6990650" cy="33702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149" name="Google Shape;3149;p106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un Pool</a:t>
            </a:r>
            <a:endParaRPr/>
          </a:p>
        </p:txBody>
      </p:sp>
      <p:cxnSp>
        <p:nvCxnSpPr>
          <p:cNvPr id="3150" name="Google Shape;3150;p106"/>
          <p:cNvCxnSpPr/>
          <p:nvPr/>
        </p:nvCxnSpPr>
        <p:spPr>
          <a:xfrm rot="10800000">
            <a:off x="1998900" y="1776650"/>
            <a:ext cx="4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51" name="Google Shape;3151;p106"/>
          <p:cNvSpPr txBox="1"/>
          <p:nvPr>
            <p:ph idx="1" type="body"/>
          </p:nvPr>
        </p:nvSpPr>
        <p:spPr>
          <a:xfrm>
            <a:off x="1325175" y="4409900"/>
            <a:ext cx="69405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Pulsamos en </a:t>
            </a:r>
            <a:r>
              <a:rPr b="1" lang="es"/>
              <a:t>Storage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5" name="Shape 3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6" name="Google Shape;3156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5175" y="1191500"/>
            <a:ext cx="5913649" cy="2976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157" name="Google Shape;3157;p107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un Pool</a:t>
            </a:r>
            <a:endParaRPr/>
          </a:p>
        </p:txBody>
      </p:sp>
      <p:cxnSp>
        <p:nvCxnSpPr>
          <p:cNvPr id="3158" name="Google Shape;3158;p107"/>
          <p:cNvCxnSpPr/>
          <p:nvPr/>
        </p:nvCxnSpPr>
        <p:spPr>
          <a:xfrm>
            <a:off x="4033050" y="3932850"/>
            <a:ext cx="1077900" cy="1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59" name="Google Shape;3159;p107"/>
          <p:cNvSpPr txBox="1"/>
          <p:nvPr>
            <p:ph idx="1" type="body"/>
          </p:nvPr>
        </p:nvSpPr>
        <p:spPr>
          <a:xfrm>
            <a:off x="1325175" y="4409900"/>
            <a:ext cx="69405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Pulsamos en </a:t>
            </a:r>
            <a:r>
              <a:rPr b="1" lang="es"/>
              <a:t>Create pool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3" name="Shape 3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" name="Google Shape;3164;p108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un Pool</a:t>
            </a:r>
            <a:endParaRPr/>
          </a:p>
        </p:txBody>
      </p:sp>
      <p:cxnSp>
        <p:nvCxnSpPr>
          <p:cNvPr id="3165" name="Google Shape;3165;p108"/>
          <p:cNvCxnSpPr/>
          <p:nvPr/>
        </p:nvCxnSpPr>
        <p:spPr>
          <a:xfrm>
            <a:off x="4033050" y="3932850"/>
            <a:ext cx="1077900" cy="1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66" name="Google Shape;3166;p108"/>
          <p:cNvSpPr txBox="1"/>
          <p:nvPr>
            <p:ph idx="1" type="body"/>
          </p:nvPr>
        </p:nvSpPr>
        <p:spPr>
          <a:xfrm>
            <a:off x="1325175" y="4409900"/>
            <a:ext cx="69405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 ponemos nombre a la </a:t>
            </a:r>
            <a:r>
              <a:rPr b="1" lang="es"/>
              <a:t>Pool </a:t>
            </a:r>
            <a:r>
              <a:rPr lang="es"/>
              <a:t>y pulsamos </a:t>
            </a:r>
            <a:r>
              <a:rPr b="1" lang="es"/>
              <a:t>Allow. </a:t>
            </a:r>
            <a:r>
              <a:rPr lang="es"/>
              <a:t>Podemos cifrar el contenido si pulsamos en </a:t>
            </a:r>
            <a:r>
              <a:rPr b="1" lang="es"/>
              <a:t>Encryption. </a:t>
            </a:r>
            <a:r>
              <a:rPr lang="es"/>
              <a:t>Pulsamos </a:t>
            </a:r>
            <a:r>
              <a:rPr b="1" lang="es"/>
              <a:t>Next.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67" name="Google Shape;3167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2938" y="1128950"/>
            <a:ext cx="4318135" cy="2499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168" name="Google Shape;3168;p108"/>
          <p:cNvCxnSpPr/>
          <p:nvPr/>
        </p:nvCxnSpPr>
        <p:spPr>
          <a:xfrm rot="10800000">
            <a:off x="3380225" y="3315200"/>
            <a:ext cx="4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2" name="Shape 3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3" name="Google Shape;3173;p109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un Pool</a:t>
            </a:r>
            <a:endParaRPr/>
          </a:p>
        </p:txBody>
      </p:sp>
      <p:cxnSp>
        <p:nvCxnSpPr>
          <p:cNvPr id="3174" name="Google Shape;3174;p109"/>
          <p:cNvCxnSpPr/>
          <p:nvPr/>
        </p:nvCxnSpPr>
        <p:spPr>
          <a:xfrm>
            <a:off x="4033050" y="3932850"/>
            <a:ext cx="1077900" cy="1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75" name="Google Shape;3175;p109"/>
          <p:cNvSpPr txBox="1"/>
          <p:nvPr>
            <p:ph idx="1" type="body"/>
          </p:nvPr>
        </p:nvSpPr>
        <p:spPr>
          <a:xfrm>
            <a:off x="1325175" y="4257500"/>
            <a:ext cx="69405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Despliega la opción Layout y lee las diferentes formas de crear el </a:t>
            </a:r>
            <a:r>
              <a:rPr b="1" lang="es"/>
              <a:t>Pool</a:t>
            </a:r>
            <a:r>
              <a:rPr lang="es"/>
              <a:t>, en esta prueba utilizaremos </a:t>
            </a:r>
            <a:r>
              <a:rPr b="1" lang="es"/>
              <a:t>RaidZ1 </a:t>
            </a:r>
            <a:r>
              <a:rPr lang="es"/>
              <a:t>que equivale a Raid5.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76" name="Google Shape;3176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9300" y="1281350"/>
            <a:ext cx="4965403" cy="2499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177" name="Google Shape;3177;p109"/>
          <p:cNvCxnSpPr/>
          <p:nvPr/>
        </p:nvCxnSpPr>
        <p:spPr>
          <a:xfrm rot="10800000">
            <a:off x="4627950" y="2854775"/>
            <a:ext cx="4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1" name="Shape 3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" name="Google Shape;3182;p110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un Pool</a:t>
            </a:r>
            <a:endParaRPr/>
          </a:p>
        </p:txBody>
      </p:sp>
      <p:cxnSp>
        <p:nvCxnSpPr>
          <p:cNvPr id="3183" name="Google Shape;3183;p110"/>
          <p:cNvCxnSpPr/>
          <p:nvPr/>
        </p:nvCxnSpPr>
        <p:spPr>
          <a:xfrm>
            <a:off x="4033050" y="3932850"/>
            <a:ext cx="1077900" cy="1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84" name="Google Shape;3184;p110"/>
          <p:cNvSpPr txBox="1"/>
          <p:nvPr>
            <p:ph idx="1" type="body"/>
          </p:nvPr>
        </p:nvSpPr>
        <p:spPr>
          <a:xfrm>
            <a:off x="1325175" y="4181300"/>
            <a:ext cx="69405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Más abajo indicaremos que vamos a utilizar 3 discos para el Raid y pulsaremos </a:t>
            </a:r>
            <a:r>
              <a:rPr b="1" lang="es"/>
              <a:t>Save And Go To Review. </a:t>
            </a:r>
            <a:r>
              <a:rPr lang="es"/>
              <a:t>El resto de configuraciones son opcionales.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85" name="Google Shape;3185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6338" y="1281350"/>
            <a:ext cx="5138181" cy="24990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186" name="Google Shape;3186;p110"/>
          <p:cNvCxnSpPr/>
          <p:nvPr/>
        </p:nvCxnSpPr>
        <p:spPr>
          <a:xfrm rot="10800000">
            <a:off x="4627950" y="3629675"/>
            <a:ext cx="4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0" name="Shape 3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1" name="Google Shape;3191;p111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un Pool</a:t>
            </a:r>
            <a:endParaRPr/>
          </a:p>
        </p:txBody>
      </p:sp>
      <p:cxnSp>
        <p:nvCxnSpPr>
          <p:cNvPr id="3192" name="Google Shape;3192;p111"/>
          <p:cNvCxnSpPr/>
          <p:nvPr/>
        </p:nvCxnSpPr>
        <p:spPr>
          <a:xfrm>
            <a:off x="4033050" y="3932850"/>
            <a:ext cx="1077900" cy="1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93" name="Google Shape;3193;p111"/>
          <p:cNvSpPr txBox="1"/>
          <p:nvPr>
            <p:ph idx="1" type="body"/>
          </p:nvPr>
        </p:nvSpPr>
        <p:spPr>
          <a:xfrm>
            <a:off x="1325175" y="4181300"/>
            <a:ext cx="69405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Pulsamos en </a:t>
            </a:r>
            <a:r>
              <a:rPr b="1" lang="es"/>
              <a:t>Create Pool. </a:t>
            </a:r>
            <a:r>
              <a:rPr lang="es"/>
              <a:t> Nos pedirá confirmación porque se borrará el contenido de los discos del </a:t>
            </a:r>
            <a:r>
              <a:rPr b="1" lang="es"/>
              <a:t>Pool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94" name="Google Shape;3194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1300" y="1214038"/>
            <a:ext cx="3728251" cy="263371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195" name="Google Shape;3195;p111"/>
          <p:cNvCxnSpPr/>
          <p:nvPr/>
        </p:nvCxnSpPr>
        <p:spPr>
          <a:xfrm rot="10800000">
            <a:off x="5738600" y="3674600"/>
            <a:ext cx="4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9" name="Shape 3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0" name="Google Shape;3200;p112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un Pool</a:t>
            </a:r>
            <a:endParaRPr/>
          </a:p>
        </p:txBody>
      </p:sp>
      <p:cxnSp>
        <p:nvCxnSpPr>
          <p:cNvPr id="3201" name="Google Shape;3201;p112"/>
          <p:cNvCxnSpPr/>
          <p:nvPr/>
        </p:nvCxnSpPr>
        <p:spPr>
          <a:xfrm>
            <a:off x="4033050" y="3932850"/>
            <a:ext cx="1077900" cy="1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02" name="Google Shape;3202;p112"/>
          <p:cNvSpPr txBox="1"/>
          <p:nvPr>
            <p:ph idx="1" type="body"/>
          </p:nvPr>
        </p:nvSpPr>
        <p:spPr>
          <a:xfrm>
            <a:off x="1325175" y="4181300"/>
            <a:ext cx="69405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Pulsamos en </a:t>
            </a:r>
            <a:r>
              <a:rPr b="1" lang="es"/>
              <a:t>Create Pool. </a:t>
            </a:r>
            <a:r>
              <a:rPr lang="es"/>
              <a:t> Nos pedirá confirmación porque se borrará el contenido de los discos del </a:t>
            </a:r>
            <a:r>
              <a:rPr b="1" lang="es"/>
              <a:t>Pool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03" name="Google Shape;3203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1300" y="1214038"/>
            <a:ext cx="3728251" cy="263371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204" name="Google Shape;3204;p112"/>
          <p:cNvCxnSpPr/>
          <p:nvPr/>
        </p:nvCxnSpPr>
        <p:spPr>
          <a:xfrm rot="10800000">
            <a:off x="5738600" y="3674600"/>
            <a:ext cx="4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8" name="Shape 3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p113"/>
          <p:cNvSpPr txBox="1"/>
          <p:nvPr>
            <p:ph idx="1" type="body"/>
          </p:nvPr>
        </p:nvSpPr>
        <p:spPr>
          <a:xfrm>
            <a:off x="1347650" y="1660875"/>
            <a:ext cx="6592200" cy="28449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Hemos creado un grupo de discos para crear discos virtuales dentro de él.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Lo que haremos ahora es crear un disco dentro de este </a:t>
            </a:r>
            <a:r>
              <a:rPr b="1" lang="es"/>
              <a:t>Pool</a:t>
            </a:r>
            <a:r>
              <a:rPr lang="es"/>
              <a:t>, que será lo que finalmente utilicemos.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10" name="Google Shape;3210;p113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un disco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4" name="Shape 3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5" name="Google Shape;3215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7075" y="1128950"/>
            <a:ext cx="4081560" cy="24991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216" name="Google Shape;3216;p114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un disco</a:t>
            </a:r>
            <a:endParaRPr/>
          </a:p>
        </p:txBody>
      </p:sp>
      <p:cxnSp>
        <p:nvCxnSpPr>
          <p:cNvPr id="3217" name="Google Shape;3217;p114"/>
          <p:cNvCxnSpPr/>
          <p:nvPr/>
        </p:nvCxnSpPr>
        <p:spPr>
          <a:xfrm>
            <a:off x="4033050" y="3932850"/>
            <a:ext cx="1077900" cy="1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18" name="Google Shape;3218;p114"/>
          <p:cNvSpPr txBox="1"/>
          <p:nvPr>
            <p:ph idx="1" type="body"/>
          </p:nvPr>
        </p:nvSpPr>
        <p:spPr>
          <a:xfrm>
            <a:off x="1325175" y="4181300"/>
            <a:ext cx="69405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Pulsamos en </a:t>
            </a:r>
            <a:r>
              <a:rPr b="1" lang="es"/>
              <a:t>Datasets</a:t>
            </a:r>
            <a:r>
              <a:rPr b="1"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3219" name="Google Shape;3219;p114"/>
          <p:cNvCxnSpPr/>
          <p:nvPr/>
        </p:nvCxnSpPr>
        <p:spPr>
          <a:xfrm rot="10800000">
            <a:off x="5738600" y="3674600"/>
            <a:ext cx="4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0" name="Google Shape;3220;p114"/>
          <p:cNvCxnSpPr/>
          <p:nvPr/>
        </p:nvCxnSpPr>
        <p:spPr>
          <a:xfrm rot="10800000">
            <a:off x="3200525" y="2102350"/>
            <a:ext cx="4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4" name="Shape 3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5" name="Google Shape;3225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3500" y="1281350"/>
            <a:ext cx="5596988" cy="24991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226" name="Google Shape;3226;p115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un disco</a:t>
            </a:r>
            <a:endParaRPr/>
          </a:p>
        </p:txBody>
      </p:sp>
      <p:cxnSp>
        <p:nvCxnSpPr>
          <p:cNvPr id="3227" name="Google Shape;3227;p115"/>
          <p:cNvCxnSpPr/>
          <p:nvPr/>
        </p:nvCxnSpPr>
        <p:spPr>
          <a:xfrm>
            <a:off x="4033050" y="3932850"/>
            <a:ext cx="1077900" cy="1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28" name="Google Shape;3228;p115"/>
          <p:cNvSpPr txBox="1"/>
          <p:nvPr>
            <p:ph idx="1" type="body"/>
          </p:nvPr>
        </p:nvSpPr>
        <p:spPr>
          <a:xfrm>
            <a:off x="1695775" y="4170075"/>
            <a:ext cx="69405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Pulsamos en </a:t>
            </a:r>
            <a:r>
              <a:rPr b="1" lang="es"/>
              <a:t>Add Zvol</a:t>
            </a:r>
            <a:r>
              <a:rPr b="1"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3229" name="Google Shape;3229;p115"/>
          <p:cNvCxnSpPr/>
          <p:nvPr/>
        </p:nvCxnSpPr>
        <p:spPr>
          <a:xfrm rot="10800000">
            <a:off x="5738600" y="3674600"/>
            <a:ext cx="4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0" name="Google Shape;3230;p115"/>
          <p:cNvCxnSpPr/>
          <p:nvPr/>
        </p:nvCxnSpPr>
        <p:spPr>
          <a:xfrm>
            <a:off x="4660575" y="2293300"/>
            <a:ext cx="70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4" name="Shape 3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" name="Google Shape;3235;p116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un disco</a:t>
            </a:r>
            <a:endParaRPr/>
          </a:p>
        </p:txBody>
      </p:sp>
      <p:cxnSp>
        <p:nvCxnSpPr>
          <p:cNvPr id="3236" name="Google Shape;3236;p116"/>
          <p:cNvCxnSpPr/>
          <p:nvPr/>
        </p:nvCxnSpPr>
        <p:spPr>
          <a:xfrm>
            <a:off x="4033050" y="3932850"/>
            <a:ext cx="1077900" cy="1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37" name="Google Shape;3237;p116"/>
          <p:cNvSpPr txBox="1"/>
          <p:nvPr>
            <p:ph idx="1" type="body"/>
          </p:nvPr>
        </p:nvSpPr>
        <p:spPr>
          <a:xfrm>
            <a:off x="1695775" y="4170075"/>
            <a:ext cx="64239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 damos un nombre y ponemos el tamaño. Dejamos el resto de opciones por defecto y pulsamos </a:t>
            </a:r>
            <a:r>
              <a:rPr b="1" lang="es"/>
              <a:t>Save</a:t>
            </a:r>
            <a:r>
              <a:rPr b="1" lang="es"/>
              <a:t>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3238" name="Google Shape;3238;p116"/>
          <p:cNvCxnSpPr/>
          <p:nvPr/>
        </p:nvCxnSpPr>
        <p:spPr>
          <a:xfrm rot="10800000">
            <a:off x="5738600" y="3674600"/>
            <a:ext cx="4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9" name="Google Shape;3239;p116"/>
          <p:cNvCxnSpPr/>
          <p:nvPr/>
        </p:nvCxnSpPr>
        <p:spPr>
          <a:xfrm>
            <a:off x="4660575" y="2293300"/>
            <a:ext cx="70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240" name="Google Shape;3240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8038" y="1128950"/>
            <a:ext cx="2647932" cy="27363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4" name="Shape 3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p117"/>
          <p:cNvSpPr txBox="1"/>
          <p:nvPr>
            <p:ph type="title"/>
          </p:nvPr>
        </p:nvSpPr>
        <p:spPr>
          <a:xfrm>
            <a:off x="2598875" y="787425"/>
            <a:ext cx="3946500" cy="1175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04</a:t>
            </a:r>
            <a:endParaRPr/>
          </a:p>
        </p:txBody>
      </p:sp>
      <p:sp>
        <p:nvSpPr>
          <p:cNvPr id="3246" name="Google Shape;3246;p117"/>
          <p:cNvSpPr txBox="1"/>
          <p:nvPr>
            <p:ph idx="2" type="title"/>
          </p:nvPr>
        </p:nvSpPr>
        <p:spPr>
          <a:xfrm>
            <a:off x="1993775" y="2347850"/>
            <a:ext cx="4551300" cy="1229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s">
                <a:latin typeface="Montserrat Medium"/>
                <a:ea typeface="Montserrat Medium"/>
                <a:cs typeface="Montserrat Medium"/>
                <a:sym typeface="Montserrat Medium"/>
              </a:rPr>
              <a:t>Compartir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7" name="Google Shape;3247;p117"/>
          <p:cNvSpPr txBox="1"/>
          <p:nvPr>
            <p:ph idx="1" type="subTitle"/>
          </p:nvPr>
        </p:nvSpPr>
        <p:spPr>
          <a:xfrm>
            <a:off x="2598875" y="3643263"/>
            <a:ext cx="3946500" cy="7128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48" name="Google Shape;3248;p117"/>
          <p:cNvGrpSpPr/>
          <p:nvPr/>
        </p:nvGrpSpPr>
        <p:grpSpPr>
          <a:xfrm>
            <a:off x="2972897" y="2089316"/>
            <a:ext cx="3478000" cy="192185"/>
            <a:chOff x="4788672" y="2177404"/>
            <a:chExt cx="3478000" cy="192185"/>
          </a:xfrm>
        </p:grpSpPr>
        <p:sp>
          <p:nvSpPr>
            <p:cNvPr id="3249" name="Google Shape;3249;p117"/>
            <p:cNvSpPr/>
            <p:nvPr/>
          </p:nvSpPr>
          <p:spPr>
            <a:xfrm flipH="1" rot="-2700000">
              <a:off x="7250940" y="2205609"/>
              <a:ext cx="136016" cy="135774"/>
            </a:xfrm>
            <a:custGeom>
              <a:rect b="b" l="l" r="r" t="t"/>
              <a:pathLst>
                <a:path extrusionOk="0" h="6194" w="6205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250" name="Google Shape;3250;p117"/>
            <p:cNvCxnSpPr>
              <a:stCxn id="3251" idx="6"/>
              <a:endCxn id="3252" idx="2"/>
            </p:cNvCxnSpPr>
            <p:nvPr/>
          </p:nvCxnSpPr>
          <p:spPr>
            <a:xfrm rot="10800000">
              <a:off x="4845772" y="2272517"/>
              <a:ext cx="33639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52" name="Google Shape;3252;p117"/>
            <p:cNvSpPr/>
            <p:nvPr/>
          </p:nvSpPr>
          <p:spPr>
            <a:xfrm flipH="1">
              <a:off x="4788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1" name="Google Shape;3251;p117"/>
            <p:cNvSpPr/>
            <p:nvPr/>
          </p:nvSpPr>
          <p:spPr>
            <a:xfrm flipH="1">
              <a:off x="8209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53" name="Google Shape;3253;p117"/>
          <p:cNvGrpSpPr/>
          <p:nvPr/>
        </p:nvGrpSpPr>
        <p:grpSpPr>
          <a:xfrm flipH="1">
            <a:off x="7834772" y="2544125"/>
            <a:ext cx="1929500" cy="2210100"/>
            <a:chOff x="295725" y="-3462825"/>
            <a:chExt cx="1929500" cy="2210100"/>
          </a:xfrm>
        </p:grpSpPr>
        <p:sp>
          <p:nvSpPr>
            <p:cNvPr id="3254" name="Google Shape;3254;p117"/>
            <p:cNvSpPr/>
            <p:nvPr/>
          </p:nvSpPr>
          <p:spPr>
            <a:xfrm>
              <a:off x="1089425" y="-3462825"/>
              <a:ext cx="700025" cy="959400"/>
            </a:xfrm>
            <a:custGeom>
              <a:rect b="b" l="l" r="r" t="t"/>
              <a:pathLst>
                <a:path extrusionOk="0" h="38376" w="28001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5" name="Google Shape;3255;p117"/>
            <p:cNvSpPr/>
            <p:nvPr/>
          </p:nvSpPr>
          <p:spPr>
            <a:xfrm>
              <a:off x="1064875" y="-2535525"/>
              <a:ext cx="56950" cy="56925"/>
            </a:xfrm>
            <a:custGeom>
              <a:rect b="b" l="l" r="r" t="t"/>
              <a:pathLst>
                <a:path extrusionOk="0" h="2277" w="2278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6" name="Google Shape;3256;p117"/>
            <p:cNvSpPr/>
            <p:nvPr/>
          </p:nvSpPr>
          <p:spPr>
            <a:xfrm>
              <a:off x="1212200" y="-2944175"/>
              <a:ext cx="869900" cy="1026350"/>
            </a:xfrm>
            <a:custGeom>
              <a:rect b="b" l="l" r="r" t="t"/>
              <a:pathLst>
                <a:path extrusionOk="0" h="41054" w="34796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7" name="Google Shape;3257;p117"/>
            <p:cNvSpPr/>
            <p:nvPr/>
          </p:nvSpPr>
          <p:spPr>
            <a:xfrm>
              <a:off x="1577675" y="-2592175"/>
              <a:ext cx="155125" cy="154875"/>
            </a:xfrm>
            <a:custGeom>
              <a:rect b="b" l="l" r="r" t="t"/>
              <a:pathLst>
                <a:path extrusionOk="0" h="6195" w="6205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8" name="Google Shape;3258;p117"/>
            <p:cNvSpPr/>
            <p:nvPr/>
          </p:nvSpPr>
          <p:spPr>
            <a:xfrm>
              <a:off x="1188475" y="-1949950"/>
              <a:ext cx="56950" cy="56950"/>
            </a:xfrm>
            <a:custGeom>
              <a:rect b="b" l="l" r="r" t="t"/>
              <a:pathLst>
                <a:path extrusionOk="0" h="2278" w="2278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9" name="Google Shape;3259;p117"/>
            <p:cNvSpPr/>
            <p:nvPr/>
          </p:nvSpPr>
          <p:spPr>
            <a:xfrm>
              <a:off x="2043025" y="-3122375"/>
              <a:ext cx="38525" cy="38650"/>
            </a:xfrm>
            <a:custGeom>
              <a:rect b="b" l="l" r="r" t="t"/>
              <a:pathLst>
                <a:path extrusionOk="0" h="1546" w="1541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0" name="Google Shape;3260;p117"/>
            <p:cNvSpPr/>
            <p:nvPr/>
          </p:nvSpPr>
          <p:spPr>
            <a:xfrm>
              <a:off x="1472200" y="-3028150"/>
              <a:ext cx="522225" cy="509375"/>
            </a:xfrm>
            <a:custGeom>
              <a:rect b="b" l="l" r="r" t="t"/>
              <a:pathLst>
                <a:path extrusionOk="0" h="20375" w="20889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1" name="Google Shape;3261;p117"/>
            <p:cNvSpPr/>
            <p:nvPr/>
          </p:nvSpPr>
          <p:spPr>
            <a:xfrm>
              <a:off x="1384050" y="-2463000"/>
              <a:ext cx="38250" cy="38250"/>
            </a:xfrm>
            <a:custGeom>
              <a:rect b="b" l="l" r="r" t="t"/>
              <a:pathLst>
                <a:path extrusionOk="0" h="1530" w="153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2" name="Google Shape;3262;p117"/>
            <p:cNvSpPr/>
            <p:nvPr/>
          </p:nvSpPr>
          <p:spPr>
            <a:xfrm>
              <a:off x="1108400" y="-3240375"/>
              <a:ext cx="38250" cy="38650"/>
            </a:xfrm>
            <a:custGeom>
              <a:rect b="b" l="l" r="r" t="t"/>
              <a:pathLst>
                <a:path extrusionOk="0" h="1546" w="153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3" name="Google Shape;3263;p117"/>
            <p:cNvSpPr/>
            <p:nvPr/>
          </p:nvSpPr>
          <p:spPr>
            <a:xfrm>
              <a:off x="537050" y="-3146175"/>
              <a:ext cx="522775" cy="509125"/>
            </a:xfrm>
            <a:custGeom>
              <a:rect b="b" l="l" r="r" t="t"/>
              <a:pathLst>
                <a:path extrusionOk="0" h="20365" w="20911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4" name="Google Shape;3264;p117"/>
            <p:cNvSpPr/>
            <p:nvPr/>
          </p:nvSpPr>
          <p:spPr>
            <a:xfrm>
              <a:off x="449150" y="-2581150"/>
              <a:ext cx="38250" cy="38375"/>
            </a:xfrm>
            <a:custGeom>
              <a:rect b="b" l="l" r="r" t="t"/>
              <a:pathLst>
                <a:path extrusionOk="0" h="1535" w="153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5" name="Google Shape;3265;p117"/>
            <p:cNvSpPr/>
            <p:nvPr/>
          </p:nvSpPr>
          <p:spPr>
            <a:xfrm>
              <a:off x="1636250" y="-2122350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6" name="Google Shape;3266;p117"/>
            <p:cNvSpPr/>
            <p:nvPr/>
          </p:nvSpPr>
          <p:spPr>
            <a:xfrm>
              <a:off x="1711575" y="-2197675"/>
              <a:ext cx="136725" cy="25125"/>
            </a:xfrm>
            <a:custGeom>
              <a:rect b="b" l="l" r="r" t="t"/>
              <a:pathLst>
                <a:path extrusionOk="0" h="1005" w="5469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7" name="Google Shape;3267;p117"/>
            <p:cNvSpPr/>
            <p:nvPr/>
          </p:nvSpPr>
          <p:spPr>
            <a:xfrm>
              <a:off x="1786900" y="-2273000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8" name="Google Shape;3268;p117"/>
            <p:cNvSpPr/>
            <p:nvPr/>
          </p:nvSpPr>
          <p:spPr>
            <a:xfrm>
              <a:off x="1862225" y="-2348325"/>
              <a:ext cx="137000" cy="25125"/>
            </a:xfrm>
            <a:custGeom>
              <a:rect b="b" l="l" r="r" t="t"/>
              <a:pathLst>
                <a:path extrusionOk="0" h="1005" w="548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9" name="Google Shape;3269;p117"/>
            <p:cNvSpPr/>
            <p:nvPr/>
          </p:nvSpPr>
          <p:spPr>
            <a:xfrm>
              <a:off x="1937550" y="-2423950"/>
              <a:ext cx="137025" cy="25425"/>
            </a:xfrm>
            <a:custGeom>
              <a:rect b="b" l="l" r="r" t="t"/>
              <a:pathLst>
                <a:path extrusionOk="0" h="1017" w="5481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0" name="Google Shape;3270;p117"/>
            <p:cNvSpPr/>
            <p:nvPr/>
          </p:nvSpPr>
          <p:spPr>
            <a:xfrm>
              <a:off x="2013150" y="-2499275"/>
              <a:ext cx="136750" cy="25150"/>
            </a:xfrm>
            <a:custGeom>
              <a:rect b="b" l="l" r="r" t="t"/>
              <a:pathLst>
                <a:path extrusionOk="0" h="1006" w="547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1" name="Google Shape;3271;p117"/>
            <p:cNvSpPr/>
            <p:nvPr/>
          </p:nvSpPr>
          <p:spPr>
            <a:xfrm>
              <a:off x="2088500" y="-2574600"/>
              <a:ext cx="136725" cy="25150"/>
            </a:xfrm>
            <a:custGeom>
              <a:rect b="b" l="l" r="r" t="t"/>
              <a:pathLst>
                <a:path extrusionOk="0" h="1006" w="5469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2" name="Google Shape;3272;p117"/>
            <p:cNvSpPr/>
            <p:nvPr/>
          </p:nvSpPr>
          <p:spPr>
            <a:xfrm>
              <a:off x="463950" y="-2710950"/>
              <a:ext cx="548500" cy="546775"/>
            </a:xfrm>
            <a:custGeom>
              <a:rect b="b" l="l" r="r" t="t"/>
              <a:pathLst>
                <a:path extrusionOk="0" h="21871" w="2194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3" name="Google Shape;3273;p117"/>
            <p:cNvSpPr/>
            <p:nvPr/>
          </p:nvSpPr>
          <p:spPr>
            <a:xfrm>
              <a:off x="942975" y="-1800075"/>
              <a:ext cx="549225" cy="547350"/>
            </a:xfrm>
            <a:custGeom>
              <a:rect b="b" l="l" r="r" t="t"/>
              <a:pathLst>
                <a:path extrusionOk="0" h="21894" w="21969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4" name="Google Shape;3274;p117"/>
            <p:cNvSpPr/>
            <p:nvPr/>
          </p:nvSpPr>
          <p:spPr>
            <a:xfrm>
              <a:off x="295725" y="-2356925"/>
              <a:ext cx="548500" cy="547050"/>
            </a:xfrm>
            <a:custGeom>
              <a:rect b="b" l="l" r="r" t="t"/>
              <a:pathLst>
                <a:path extrusionOk="0" h="21882" w="2194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5" name="Google Shape;3275;p117"/>
            <p:cNvSpPr/>
            <p:nvPr/>
          </p:nvSpPr>
          <p:spPr>
            <a:xfrm>
              <a:off x="1774900" y="-1975200"/>
              <a:ext cx="248600" cy="239275"/>
            </a:xfrm>
            <a:custGeom>
              <a:rect b="b" l="l" r="r" t="t"/>
              <a:pathLst>
                <a:path extrusionOk="0" h="9571" w="9944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6" name="Google Shape;3276;p117"/>
            <p:cNvSpPr/>
            <p:nvPr/>
          </p:nvSpPr>
          <p:spPr>
            <a:xfrm>
              <a:off x="1850800" y="-1908650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7" name="Google Shape;3277;p117"/>
            <p:cNvSpPr/>
            <p:nvPr/>
          </p:nvSpPr>
          <p:spPr>
            <a:xfrm>
              <a:off x="735125" y="-2028925"/>
              <a:ext cx="184150" cy="157950"/>
            </a:xfrm>
            <a:custGeom>
              <a:rect b="b" l="l" r="r" t="t"/>
              <a:pathLst>
                <a:path extrusionOk="0" h="6318" w="7366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8" name="Google Shape;3278;p117"/>
            <p:cNvSpPr/>
            <p:nvPr/>
          </p:nvSpPr>
          <p:spPr>
            <a:xfrm>
              <a:off x="803475" y="-1984150"/>
              <a:ext cx="74500" cy="69000"/>
            </a:xfrm>
            <a:custGeom>
              <a:rect b="b" l="l" r="r" t="t"/>
              <a:pathLst>
                <a:path extrusionOk="0" h="2760" w="298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79" name="Google Shape;3279;p117"/>
          <p:cNvGrpSpPr/>
          <p:nvPr/>
        </p:nvGrpSpPr>
        <p:grpSpPr>
          <a:xfrm>
            <a:off x="1005972" y="2347838"/>
            <a:ext cx="873188" cy="546900"/>
            <a:chOff x="1115510" y="4327288"/>
            <a:chExt cx="873188" cy="546900"/>
          </a:xfrm>
        </p:grpSpPr>
        <p:sp>
          <p:nvSpPr>
            <p:cNvPr id="3280" name="Google Shape;3280;p117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rect b="b" l="l" r="r" t="t"/>
              <a:pathLst>
                <a:path extrusionOk="0" h="21876" w="21971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81" name="Google Shape;3281;p117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3282" name="Google Shape;3282;p117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rect b="b" l="l" r="r" t="t"/>
                <a:pathLst>
                  <a:path extrusionOk="0" h="10968" w="11036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3" name="Google Shape;3283;p117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rect b="b" l="l" r="r" t="t"/>
                <a:pathLst>
                  <a:path extrusionOk="0" h="2278" w="2277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4" name="Google Shape;3284;p117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rect b="b" l="l" r="r" t="t"/>
                <a:pathLst>
                  <a:path extrusionOk="0" h="2266" w="2278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8" name="Shape 3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9" name="Google Shape;3289;p118"/>
          <p:cNvSpPr txBox="1"/>
          <p:nvPr>
            <p:ph idx="1" type="body"/>
          </p:nvPr>
        </p:nvSpPr>
        <p:spPr>
          <a:xfrm>
            <a:off x="1347650" y="1660875"/>
            <a:ext cx="6592200" cy="28449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utilizar este </a:t>
            </a:r>
            <a:r>
              <a:rPr b="1" lang="es"/>
              <a:t>Disco </a:t>
            </a:r>
            <a:r>
              <a:rPr lang="es"/>
              <a:t>en nuestro Windows Server 2019 podemos usar </a:t>
            </a:r>
            <a:r>
              <a:rPr b="1" lang="es"/>
              <a:t>SMB </a:t>
            </a:r>
            <a:r>
              <a:rPr lang="es"/>
              <a:t>que lo conectaría como una unidad de red o </a:t>
            </a:r>
            <a:r>
              <a:rPr b="1" lang="es"/>
              <a:t>iSCSI </a:t>
            </a:r>
            <a:r>
              <a:rPr lang="es"/>
              <a:t>que simulará un disco local.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Además, esta forma de compartir, es la mejor para albergar bases de datos o máquinas virtuales que probablemente sea el uso final que se le de a una cabina de discos.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También nos permite gestionar el sistemas de archivos desde el propio Windows.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90" name="Google Shape;3290;p118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Compartir un disco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4" name="Shape 3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5" name="Google Shape;3295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9887" y="1015500"/>
            <a:ext cx="5456361" cy="31658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296" name="Google Shape;3296;p119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Compartir un disco</a:t>
            </a:r>
            <a:endParaRPr/>
          </a:p>
        </p:txBody>
      </p:sp>
      <p:sp>
        <p:nvSpPr>
          <p:cNvPr id="3297" name="Google Shape;3297;p119"/>
          <p:cNvSpPr txBox="1"/>
          <p:nvPr>
            <p:ph idx="1" type="body"/>
          </p:nvPr>
        </p:nvSpPr>
        <p:spPr>
          <a:xfrm>
            <a:off x="1325175" y="4333700"/>
            <a:ext cx="69405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Pulsamos en </a:t>
            </a:r>
            <a:r>
              <a:rPr b="1" lang="es"/>
              <a:t>Shares</a:t>
            </a:r>
            <a:r>
              <a:rPr b="1" lang="es"/>
              <a:t>. </a:t>
            </a:r>
            <a:r>
              <a:rPr lang="es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3298" name="Google Shape;3298;p119"/>
          <p:cNvCxnSpPr/>
          <p:nvPr/>
        </p:nvCxnSpPr>
        <p:spPr>
          <a:xfrm rot="10800000">
            <a:off x="2964700" y="2169725"/>
            <a:ext cx="4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2" name="Shape 3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3" name="Google Shape;3303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2000" y="1202750"/>
            <a:ext cx="5419993" cy="28999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304" name="Google Shape;3304;p120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Compartir un disco</a:t>
            </a:r>
            <a:endParaRPr/>
          </a:p>
        </p:txBody>
      </p:sp>
      <p:sp>
        <p:nvSpPr>
          <p:cNvPr id="3305" name="Google Shape;3305;p120"/>
          <p:cNvSpPr txBox="1"/>
          <p:nvPr>
            <p:ph idx="1" type="body"/>
          </p:nvPr>
        </p:nvSpPr>
        <p:spPr>
          <a:xfrm>
            <a:off x="1325175" y="4333700"/>
            <a:ext cx="69405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Bajamos hasta el apartado de iSCSI y pulsamos en </a:t>
            </a:r>
            <a:r>
              <a:rPr b="1" lang="es"/>
              <a:t>Wizard</a:t>
            </a:r>
            <a:r>
              <a:rPr b="1" lang="es"/>
              <a:t>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3306" name="Google Shape;3306;p120"/>
          <p:cNvCxnSpPr/>
          <p:nvPr/>
        </p:nvCxnSpPr>
        <p:spPr>
          <a:xfrm rot="10800000">
            <a:off x="6064500" y="2023750"/>
            <a:ext cx="628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0" name="Shape 3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1" name="Google Shape;3311;p121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Compartir un disco</a:t>
            </a:r>
            <a:endParaRPr/>
          </a:p>
        </p:txBody>
      </p:sp>
      <p:sp>
        <p:nvSpPr>
          <p:cNvPr id="3312" name="Google Shape;3312;p121"/>
          <p:cNvSpPr txBox="1"/>
          <p:nvPr>
            <p:ph idx="1" type="body"/>
          </p:nvPr>
        </p:nvSpPr>
        <p:spPr>
          <a:xfrm>
            <a:off x="1325175" y="4333700"/>
            <a:ext cx="69405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 ponemos un nombre y en </a:t>
            </a:r>
            <a:r>
              <a:rPr b="1" lang="es"/>
              <a:t>Device </a:t>
            </a:r>
            <a:r>
              <a:rPr lang="es"/>
              <a:t>seleccionamos el disco creado anteriormente. Pulsamos </a:t>
            </a:r>
            <a:r>
              <a:rPr b="1" lang="es"/>
              <a:t>Next.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3313" name="Google Shape;3313;p121"/>
          <p:cNvCxnSpPr/>
          <p:nvPr/>
        </p:nvCxnSpPr>
        <p:spPr>
          <a:xfrm rot="10800000">
            <a:off x="6064500" y="2023750"/>
            <a:ext cx="628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314" name="Google Shape;3314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3500" y="1121775"/>
            <a:ext cx="4236998" cy="28999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8" name="Shape 3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9" name="Google Shape;3319;p122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Compartir un disco</a:t>
            </a:r>
            <a:endParaRPr/>
          </a:p>
        </p:txBody>
      </p:sp>
      <p:sp>
        <p:nvSpPr>
          <p:cNvPr id="3320" name="Google Shape;3320;p122"/>
          <p:cNvSpPr txBox="1"/>
          <p:nvPr>
            <p:ph idx="1" type="body"/>
          </p:nvPr>
        </p:nvSpPr>
        <p:spPr>
          <a:xfrm>
            <a:off x="1325175" y="4333700"/>
            <a:ext cx="69405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</a:t>
            </a:r>
            <a:r>
              <a:rPr b="1" lang="es"/>
              <a:t>Portal </a:t>
            </a:r>
            <a:r>
              <a:rPr lang="es"/>
              <a:t>seleccionamos </a:t>
            </a:r>
            <a:r>
              <a:rPr b="1" lang="es"/>
              <a:t>Create New. </a:t>
            </a:r>
            <a:r>
              <a:rPr lang="es"/>
              <a:t>En </a:t>
            </a:r>
            <a:r>
              <a:rPr b="1" lang="es"/>
              <a:t>IP adresses</a:t>
            </a:r>
            <a:r>
              <a:rPr lang="es"/>
              <a:t> pulsamos </a:t>
            </a:r>
            <a:r>
              <a:rPr b="1" lang="es"/>
              <a:t>Add </a:t>
            </a:r>
            <a:r>
              <a:rPr lang="es"/>
              <a:t>y en el desplegable seleccionamos </a:t>
            </a:r>
            <a:r>
              <a:rPr b="1" lang="es"/>
              <a:t>0.0.0.0</a:t>
            </a:r>
            <a:r>
              <a:rPr lang="es"/>
              <a:t>. Pulsamos </a:t>
            </a:r>
            <a:r>
              <a:rPr b="1" lang="es"/>
              <a:t>Next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3321" name="Google Shape;3321;p122"/>
          <p:cNvCxnSpPr/>
          <p:nvPr/>
        </p:nvCxnSpPr>
        <p:spPr>
          <a:xfrm rot="10800000">
            <a:off x="6064500" y="2023750"/>
            <a:ext cx="628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322" name="Google Shape;3322;p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7750" y="1056902"/>
            <a:ext cx="5768501" cy="1266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323" name="Google Shape;3323;p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8300" y="2475402"/>
            <a:ext cx="3967407" cy="17058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7" name="Shape 3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" name="Google Shape;3328;p123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Compartir un disco</a:t>
            </a:r>
            <a:endParaRPr/>
          </a:p>
        </p:txBody>
      </p:sp>
      <p:sp>
        <p:nvSpPr>
          <p:cNvPr id="3329" name="Google Shape;3329;p123"/>
          <p:cNvSpPr txBox="1"/>
          <p:nvPr>
            <p:ph idx="1" type="body"/>
          </p:nvPr>
        </p:nvSpPr>
        <p:spPr>
          <a:xfrm>
            <a:off x="1325175" y="4333700"/>
            <a:ext cx="69405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Dejamos </a:t>
            </a:r>
            <a:r>
              <a:rPr lang="es"/>
              <a:t>vacío</a:t>
            </a:r>
            <a:r>
              <a:rPr lang="es"/>
              <a:t> </a:t>
            </a:r>
            <a:r>
              <a:rPr b="1" lang="es"/>
              <a:t>Initiators </a:t>
            </a:r>
            <a:r>
              <a:rPr lang="es"/>
              <a:t>y pulsamos </a:t>
            </a:r>
            <a:r>
              <a:rPr b="1" lang="es"/>
              <a:t>Save.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3330" name="Google Shape;3330;p123"/>
          <p:cNvCxnSpPr/>
          <p:nvPr/>
        </p:nvCxnSpPr>
        <p:spPr>
          <a:xfrm rot="10800000">
            <a:off x="6064500" y="2023750"/>
            <a:ext cx="628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331" name="Google Shape;3331;p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825" y="1281350"/>
            <a:ext cx="7883198" cy="28999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5" name="Shape 3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6" name="Google Shape;3336;p124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Compartir un disco</a:t>
            </a:r>
            <a:endParaRPr/>
          </a:p>
        </p:txBody>
      </p:sp>
      <p:sp>
        <p:nvSpPr>
          <p:cNvPr id="3337" name="Google Shape;3337;p124"/>
          <p:cNvSpPr txBox="1"/>
          <p:nvPr>
            <p:ph idx="1" type="body"/>
          </p:nvPr>
        </p:nvSpPr>
        <p:spPr>
          <a:xfrm>
            <a:off x="1325175" y="4333700"/>
            <a:ext cx="69405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Nos dirá si queremos levantar el servicio iSCSI. Pulsamos </a:t>
            </a:r>
            <a:r>
              <a:rPr b="1" lang="es"/>
              <a:t>Start</a:t>
            </a:r>
            <a:r>
              <a:rPr b="1" lang="es"/>
              <a:t>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3338" name="Google Shape;3338;p124"/>
          <p:cNvCxnSpPr/>
          <p:nvPr/>
        </p:nvCxnSpPr>
        <p:spPr>
          <a:xfrm rot="10800000">
            <a:off x="6064500" y="2023750"/>
            <a:ext cx="628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339" name="Google Shape;3339;p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3850" y="1121775"/>
            <a:ext cx="4904247" cy="28999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3" name="Shape 3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4" name="Google Shape;3344;p125"/>
          <p:cNvSpPr txBox="1"/>
          <p:nvPr>
            <p:ph idx="1" type="body"/>
          </p:nvPr>
        </p:nvSpPr>
        <p:spPr>
          <a:xfrm>
            <a:off x="1347650" y="1660875"/>
            <a:ext cx="6592200" cy="28449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 vez que tenemos el disco compartido nos queda el último paso, añadirlo a Windows.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Iremos a la máquina Windows Server para hacer los últimos pasos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45" name="Google Shape;3345;p125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Agregar Disco a Windows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9" name="Shape 3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0" name="Google Shape;3350;p126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Agregar Disco a Windows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1" name="Google Shape;3351;p126"/>
          <p:cNvSpPr txBox="1"/>
          <p:nvPr>
            <p:ph idx="1" type="body"/>
          </p:nvPr>
        </p:nvSpPr>
        <p:spPr>
          <a:xfrm>
            <a:off x="1325175" y="4333700"/>
            <a:ext cx="72303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Buscamos la aplicación </a:t>
            </a:r>
            <a:r>
              <a:rPr b="1" lang="es"/>
              <a:t>Iniciador iSCSI. </a:t>
            </a:r>
            <a:r>
              <a:rPr lang="es"/>
              <a:t> Nos preguntará si queremos iniciar el servicio al inicio y le decimos </a:t>
            </a:r>
            <a:r>
              <a:rPr b="1" lang="es"/>
              <a:t>Si.</a:t>
            </a:r>
            <a:endParaRPr b="1"/>
          </a:p>
        </p:txBody>
      </p:sp>
      <p:cxnSp>
        <p:nvCxnSpPr>
          <p:cNvPr id="3352" name="Google Shape;3352;p126"/>
          <p:cNvCxnSpPr/>
          <p:nvPr/>
        </p:nvCxnSpPr>
        <p:spPr>
          <a:xfrm rot="10800000">
            <a:off x="6064500" y="2023750"/>
            <a:ext cx="628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353" name="Google Shape;3353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5075" y="1373600"/>
            <a:ext cx="1869050" cy="239630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354" name="Google Shape;3354;p1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5575" y="1784863"/>
            <a:ext cx="3827500" cy="15737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8" name="Shape 3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9" name="Google Shape;3359;p127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Agregar Disco a Windows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0" name="Google Shape;3360;p127"/>
          <p:cNvSpPr txBox="1"/>
          <p:nvPr>
            <p:ph idx="1" type="body"/>
          </p:nvPr>
        </p:nvSpPr>
        <p:spPr>
          <a:xfrm>
            <a:off x="1325175" y="4333700"/>
            <a:ext cx="69405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En la pestaña </a:t>
            </a:r>
            <a:r>
              <a:rPr b="1" lang="es"/>
              <a:t>Detección</a:t>
            </a:r>
            <a:r>
              <a:rPr lang="es"/>
              <a:t>, pulsamos en </a:t>
            </a:r>
            <a:r>
              <a:rPr b="1" lang="es"/>
              <a:t>Detectar portal.</a:t>
            </a:r>
            <a:endParaRPr b="1"/>
          </a:p>
        </p:txBody>
      </p:sp>
      <p:pic>
        <p:nvPicPr>
          <p:cNvPr id="3361" name="Google Shape;3361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1525" y="1121775"/>
            <a:ext cx="2217610" cy="28999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362" name="Google Shape;3362;p127"/>
          <p:cNvCxnSpPr/>
          <p:nvPr/>
        </p:nvCxnSpPr>
        <p:spPr>
          <a:xfrm rot="10800000">
            <a:off x="5693675" y="2326950"/>
            <a:ext cx="483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6" name="Shape 3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7" name="Google Shape;3367;p128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Agregar Disco a Windows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8" name="Google Shape;3368;p128"/>
          <p:cNvSpPr txBox="1"/>
          <p:nvPr>
            <p:ph idx="1" type="body"/>
          </p:nvPr>
        </p:nvSpPr>
        <p:spPr>
          <a:xfrm>
            <a:off x="1771738" y="4356150"/>
            <a:ext cx="51660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Ponemos la ip de TrueNAS y pulsamos </a:t>
            </a:r>
            <a:r>
              <a:rPr b="1" lang="es"/>
              <a:t>Aceptar.</a:t>
            </a:r>
            <a:endParaRPr b="1"/>
          </a:p>
        </p:txBody>
      </p:sp>
      <p:cxnSp>
        <p:nvCxnSpPr>
          <p:cNvPr id="3369" name="Google Shape;3369;p128"/>
          <p:cNvCxnSpPr/>
          <p:nvPr/>
        </p:nvCxnSpPr>
        <p:spPr>
          <a:xfrm rot="10800000">
            <a:off x="5693675" y="2326950"/>
            <a:ext cx="483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370" name="Google Shape;3370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0175" y="1128950"/>
            <a:ext cx="4429125" cy="26765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4" name="Shape 3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5" name="Google Shape;3375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2450" y="1110550"/>
            <a:ext cx="2404042" cy="29224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376" name="Google Shape;3376;p129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Agregar Disco a Windows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7" name="Google Shape;3377;p129"/>
          <p:cNvSpPr txBox="1"/>
          <p:nvPr>
            <p:ph idx="1" type="body"/>
          </p:nvPr>
        </p:nvSpPr>
        <p:spPr>
          <a:xfrm>
            <a:off x="1771751" y="4356150"/>
            <a:ext cx="56964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Ya </a:t>
            </a:r>
            <a:r>
              <a:rPr lang="es"/>
              <a:t>deberíamos</a:t>
            </a:r>
            <a:r>
              <a:rPr lang="es"/>
              <a:t> ver el disco que hemos compartido</a:t>
            </a:r>
            <a:endParaRPr b="1"/>
          </a:p>
        </p:txBody>
      </p:sp>
      <p:cxnSp>
        <p:nvCxnSpPr>
          <p:cNvPr id="3378" name="Google Shape;3378;p129"/>
          <p:cNvCxnSpPr/>
          <p:nvPr/>
        </p:nvCxnSpPr>
        <p:spPr>
          <a:xfrm rot="10800000">
            <a:off x="5132175" y="2383100"/>
            <a:ext cx="483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2" name="Shape 3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3" name="Google Shape;3383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25" y="1236425"/>
            <a:ext cx="6832875" cy="2922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384" name="Google Shape;3384;p130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Agregar Disco a Windows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5" name="Google Shape;3385;p130"/>
          <p:cNvSpPr txBox="1"/>
          <p:nvPr>
            <p:ph idx="1" type="body"/>
          </p:nvPr>
        </p:nvSpPr>
        <p:spPr>
          <a:xfrm>
            <a:off x="1771750" y="4356150"/>
            <a:ext cx="61794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Si vamos a </a:t>
            </a:r>
            <a:r>
              <a:rPr b="1" lang="es"/>
              <a:t>Este equipo</a:t>
            </a:r>
            <a:r>
              <a:rPr lang="es"/>
              <a:t>, ya vemos el disco listo para usar</a:t>
            </a:r>
            <a:endParaRPr/>
          </a:p>
        </p:txBody>
      </p:sp>
      <p:cxnSp>
        <p:nvCxnSpPr>
          <p:cNvPr id="3386" name="Google Shape;3386;p130"/>
          <p:cNvCxnSpPr/>
          <p:nvPr/>
        </p:nvCxnSpPr>
        <p:spPr>
          <a:xfrm rot="10800000">
            <a:off x="7097500" y="3562275"/>
            <a:ext cx="483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0" name="Shape 3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1" name="Google Shape;3391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2450" y="1110550"/>
            <a:ext cx="2404042" cy="29224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392" name="Google Shape;3392;p131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Agregar Disco a Windows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3" name="Google Shape;3393;p131"/>
          <p:cNvSpPr txBox="1"/>
          <p:nvPr>
            <p:ph idx="1" type="body"/>
          </p:nvPr>
        </p:nvSpPr>
        <p:spPr>
          <a:xfrm>
            <a:off x="1771751" y="4356150"/>
            <a:ext cx="56964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Si haciendo estos pasos no lo ves, pulsa </a:t>
            </a:r>
            <a:r>
              <a:rPr b="1" lang="es"/>
              <a:t>Conectar</a:t>
            </a:r>
            <a:endParaRPr b="1"/>
          </a:p>
        </p:txBody>
      </p:sp>
      <p:cxnSp>
        <p:nvCxnSpPr>
          <p:cNvPr id="3394" name="Google Shape;3394;p131"/>
          <p:cNvCxnSpPr/>
          <p:nvPr/>
        </p:nvCxnSpPr>
        <p:spPr>
          <a:xfrm rot="10800000">
            <a:off x="5244475" y="3225375"/>
            <a:ext cx="483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8" name="Shape 3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9" name="Google Shape;3399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7075" y="1281350"/>
            <a:ext cx="2134778" cy="292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0" name="Google Shape;3400;p132"/>
          <p:cNvSpPr txBox="1"/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Agregar Disco a Windows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1" name="Google Shape;3401;p132"/>
          <p:cNvSpPr txBox="1"/>
          <p:nvPr>
            <p:ph idx="1" type="body"/>
          </p:nvPr>
        </p:nvSpPr>
        <p:spPr>
          <a:xfrm>
            <a:off x="2686151" y="4356150"/>
            <a:ext cx="5696400" cy="295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Seguidamente pulsa </a:t>
            </a:r>
            <a:r>
              <a:rPr b="1" lang="es"/>
              <a:t>Aceptar</a:t>
            </a:r>
            <a:endParaRPr b="1"/>
          </a:p>
        </p:txBody>
      </p:sp>
      <p:cxnSp>
        <p:nvCxnSpPr>
          <p:cNvPr id="3402" name="Google Shape;3402;p132"/>
          <p:cNvCxnSpPr/>
          <p:nvPr/>
        </p:nvCxnSpPr>
        <p:spPr>
          <a:xfrm rot="10800000">
            <a:off x="4739100" y="3315225"/>
            <a:ext cx="483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T Department Meeting by Slidesgo">
  <a:themeElements>
    <a:clrScheme name="Simple Light">
      <a:dk1>
        <a:srgbClr val="F6F6FF"/>
      </a:dk1>
      <a:lt1>
        <a:srgbClr val="4E5EA3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E5EA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T Department Meeting by Slidesgo">
  <a:themeElements>
    <a:clrScheme name="Simple Light">
      <a:dk1>
        <a:srgbClr val="F6F6FF"/>
      </a:dk1>
      <a:lt1>
        <a:srgbClr val="4E5EA3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E5EA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IT Department Meeting by Slidesgo">
  <a:themeElements>
    <a:clrScheme name="Simple Light">
      <a:dk1>
        <a:srgbClr val="F6F6FF"/>
      </a:dk1>
      <a:lt1>
        <a:srgbClr val="4E5EA3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E5EA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